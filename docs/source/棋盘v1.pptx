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85"/>
    <a:srgbClr val="DB090A"/>
    <a:srgbClr val="874D25"/>
    <a:srgbClr val="FFDAF8"/>
    <a:srgbClr val="FFA4D7"/>
    <a:srgbClr val="FDF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/>
    <p:restoredTop sz="95890"/>
  </p:normalViewPr>
  <p:slideViewPr>
    <p:cSldViewPr snapToGrid="0">
      <p:cViewPr>
        <p:scale>
          <a:sx n="50" d="100"/>
          <a:sy n="50" d="100"/>
        </p:scale>
        <p:origin x="-1920" y="-4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21C6D-BA2F-D045-95D3-DE51EEB5BFCD}" type="datetimeFigureOut">
              <a:rPr kumimoji="1" lang="zh-CN" altLang="en-US" smtClean="0"/>
              <a:t>2026/10/12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9D5C-A899-FF46-BD8C-6DB0EF8BF7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37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1pPr>
    <a:lvl2pPr marL="2057126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2pPr>
    <a:lvl3pPr marL="4114251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3pPr>
    <a:lvl4pPr marL="6171377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4pPr>
    <a:lvl5pPr marL="8228503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5pPr>
    <a:lvl6pPr marL="10285628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6pPr>
    <a:lvl7pPr marL="12342754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7pPr>
    <a:lvl8pPr marL="14399880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8pPr>
    <a:lvl9pPr marL="16457005" algn="l" defTabSz="4114251" rtl="0" eaLnBrk="1" latinLnBrk="0" hangingPunct="1">
      <a:defRPr sz="5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9D5C-A899-FF46-BD8C-6DB0EF8BF71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096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94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93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800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503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201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152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350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237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857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36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435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8550F-6277-2A4F-80C6-7DB75736DD9D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3C259-8524-A341-8D8C-4B0B06BE4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9149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51CA5AA-EBBE-AFAC-3976-3812F1E89186}"/>
              </a:ext>
            </a:extLst>
          </p:cNvPr>
          <p:cNvSpPr/>
          <p:nvPr/>
        </p:nvSpPr>
        <p:spPr>
          <a:xfrm>
            <a:off x="1540668" y="1540668"/>
            <a:ext cx="32918401" cy="329184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967113-9A3B-51E8-F4C3-C48512CA0FF2}"/>
              </a:ext>
            </a:extLst>
          </p:cNvPr>
          <p:cNvSpPr/>
          <p:nvPr/>
        </p:nvSpPr>
        <p:spPr>
          <a:xfrm>
            <a:off x="1540668" y="1540668"/>
            <a:ext cx="2781640" cy="278164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3F96C3-56CB-5955-8089-38252FF61D83}"/>
              </a:ext>
            </a:extLst>
          </p:cNvPr>
          <p:cNvSpPr/>
          <p:nvPr/>
        </p:nvSpPr>
        <p:spPr>
          <a:xfrm>
            <a:off x="31677429" y="1540668"/>
            <a:ext cx="2781640" cy="278164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CD606D-6674-7EF1-DB8A-5E7CA5D213D1}"/>
              </a:ext>
            </a:extLst>
          </p:cNvPr>
          <p:cNvSpPr/>
          <p:nvPr/>
        </p:nvSpPr>
        <p:spPr>
          <a:xfrm>
            <a:off x="1540668" y="31677429"/>
            <a:ext cx="2781640" cy="278164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DECEB2-DD7E-219D-874B-DED467C496DB}"/>
              </a:ext>
            </a:extLst>
          </p:cNvPr>
          <p:cNvSpPr/>
          <p:nvPr/>
        </p:nvSpPr>
        <p:spPr>
          <a:xfrm>
            <a:off x="31677429" y="31677429"/>
            <a:ext cx="2781640" cy="278164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0B46B1-B16E-D19B-12DA-8083FDEE4B7A}"/>
              </a:ext>
            </a:extLst>
          </p:cNvPr>
          <p:cNvSpPr/>
          <p:nvPr/>
        </p:nvSpPr>
        <p:spPr>
          <a:xfrm>
            <a:off x="4322308" y="1540668"/>
            <a:ext cx="27355121" cy="27816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A30921-12FF-FB85-A407-B00FCA6595BB}"/>
              </a:ext>
            </a:extLst>
          </p:cNvPr>
          <p:cNvSpPr/>
          <p:nvPr/>
        </p:nvSpPr>
        <p:spPr>
          <a:xfrm>
            <a:off x="4322308" y="31677429"/>
            <a:ext cx="27355121" cy="27816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0B989-DB98-0E0E-8F58-E1DB70D9B63E}"/>
              </a:ext>
            </a:extLst>
          </p:cNvPr>
          <p:cNvSpPr/>
          <p:nvPr/>
        </p:nvSpPr>
        <p:spPr>
          <a:xfrm rot="5400000">
            <a:off x="-10746073" y="16609049"/>
            <a:ext cx="27355121" cy="27816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4E678-B78A-A264-85EB-C8C86BA306B2}"/>
              </a:ext>
            </a:extLst>
          </p:cNvPr>
          <p:cNvSpPr/>
          <p:nvPr/>
        </p:nvSpPr>
        <p:spPr>
          <a:xfrm rot="5400000">
            <a:off x="19390690" y="16609048"/>
            <a:ext cx="27355121" cy="278164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C17AE6-547B-A47D-B5A0-059F94B691F3}"/>
              </a:ext>
            </a:extLst>
          </p:cNvPr>
          <p:cNvSpPr/>
          <p:nvPr/>
        </p:nvSpPr>
        <p:spPr>
          <a:xfrm>
            <a:off x="4322306" y="31677429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46C6B7-B73C-B01F-B241-21E74ECF4394}"/>
              </a:ext>
            </a:extLst>
          </p:cNvPr>
          <p:cNvSpPr/>
          <p:nvPr/>
        </p:nvSpPr>
        <p:spPr>
          <a:xfrm>
            <a:off x="5762299" y="31677410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36DE75-DF49-0EF4-EF6D-EAB4EF454D56}"/>
              </a:ext>
            </a:extLst>
          </p:cNvPr>
          <p:cNvSpPr/>
          <p:nvPr/>
        </p:nvSpPr>
        <p:spPr>
          <a:xfrm>
            <a:off x="7153119" y="31676269"/>
            <a:ext cx="1440000" cy="2782800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F6E534-1731-4B01-6612-ECEFA2C7CA01}"/>
              </a:ext>
            </a:extLst>
          </p:cNvPr>
          <p:cNvSpPr/>
          <p:nvPr/>
        </p:nvSpPr>
        <p:spPr>
          <a:xfrm>
            <a:off x="8593110" y="31676269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ED914E-1923-7C4F-4ADF-A9E3A7296F21}"/>
              </a:ext>
            </a:extLst>
          </p:cNvPr>
          <p:cNvSpPr/>
          <p:nvPr/>
        </p:nvSpPr>
        <p:spPr>
          <a:xfrm>
            <a:off x="10023435" y="31676269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D953EB-F38C-DD09-F461-A042C66C5DF4}"/>
              </a:ext>
            </a:extLst>
          </p:cNvPr>
          <p:cNvSpPr/>
          <p:nvPr/>
        </p:nvSpPr>
        <p:spPr>
          <a:xfrm>
            <a:off x="11478921" y="31673138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D26CB3-52E8-4D67-81F1-830F970D3F30}"/>
              </a:ext>
            </a:extLst>
          </p:cNvPr>
          <p:cNvSpPr/>
          <p:nvPr/>
        </p:nvSpPr>
        <p:spPr>
          <a:xfrm>
            <a:off x="12922082" y="31668847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761D445-F763-0D07-2739-E279981916AF}"/>
              </a:ext>
            </a:extLst>
          </p:cNvPr>
          <p:cNvSpPr/>
          <p:nvPr/>
        </p:nvSpPr>
        <p:spPr>
          <a:xfrm>
            <a:off x="14360789" y="31668847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5EC9F5-91DB-5CAA-1385-7023DDD05209}"/>
              </a:ext>
            </a:extLst>
          </p:cNvPr>
          <p:cNvSpPr/>
          <p:nvPr/>
        </p:nvSpPr>
        <p:spPr>
          <a:xfrm>
            <a:off x="15801540" y="31673138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C8B2FE-35B3-A44A-7FBF-D227E174C578}"/>
              </a:ext>
            </a:extLst>
          </p:cNvPr>
          <p:cNvSpPr/>
          <p:nvPr/>
        </p:nvSpPr>
        <p:spPr>
          <a:xfrm>
            <a:off x="17249973" y="31668847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DF9E04E-4D1E-D058-EC94-03ADD4CE4D90}"/>
              </a:ext>
            </a:extLst>
          </p:cNvPr>
          <p:cNvSpPr/>
          <p:nvPr/>
        </p:nvSpPr>
        <p:spPr>
          <a:xfrm>
            <a:off x="18695269" y="31673138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D8FFEEB-4535-8ECB-072A-D3B915A99EF3}"/>
              </a:ext>
            </a:extLst>
          </p:cNvPr>
          <p:cNvSpPr/>
          <p:nvPr/>
        </p:nvSpPr>
        <p:spPr>
          <a:xfrm>
            <a:off x="20115935" y="31673138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703B2F-FD19-A4D8-EF34-1AF266D6B6BF}"/>
              </a:ext>
            </a:extLst>
          </p:cNvPr>
          <p:cNvSpPr/>
          <p:nvPr/>
        </p:nvSpPr>
        <p:spPr>
          <a:xfrm>
            <a:off x="21557277" y="31668847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C94909-66F2-A2EC-5791-905BE089F7EC}"/>
              </a:ext>
            </a:extLst>
          </p:cNvPr>
          <p:cNvSpPr/>
          <p:nvPr/>
        </p:nvSpPr>
        <p:spPr>
          <a:xfrm>
            <a:off x="23000916" y="31668847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DF96D6-599C-C2B1-D6BB-BC81EB37A4AD}"/>
              </a:ext>
            </a:extLst>
          </p:cNvPr>
          <p:cNvSpPr/>
          <p:nvPr/>
        </p:nvSpPr>
        <p:spPr>
          <a:xfrm>
            <a:off x="24440916" y="31668847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454B27-1B50-88C7-BBE0-E8C2E810758B}"/>
              </a:ext>
            </a:extLst>
          </p:cNvPr>
          <p:cNvSpPr/>
          <p:nvPr/>
        </p:nvSpPr>
        <p:spPr>
          <a:xfrm>
            <a:off x="25878620" y="31673138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1F4D65-67B9-99E8-428A-11232BDA6E15}"/>
              </a:ext>
            </a:extLst>
          </p:cNvPr>
          <p:cNvSpPr/>
          <p:nvPr/>
        </p:nvSpPr>
        <p:spPr>
          <a:xfrm>
            <a:off x="27318620" y="31676269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F891D7-4E74-AC71-8B85-08B6925594FF}"/>
              </a:ext>
            </a:extLst>
          </p:cNvPr>
          <p:cNvSpPr/>
          <p:nvPr/>
        </p:nvSpPr>
        <p:spPr>
          <a:xfrm>
            <a:off x="28769971" y="31676269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D7B6C5-485B-D45C-9C1C-10A512F24A16}"/>
              </a:ext>
            </a:extLst>
          </p:cNvPr>
          <p:cNvSpPr/>
          <p:nvPr/>
        </p:nvSpPr>
        <p:spPr>
          <a:xfrm>
            <a:off x="30219124" y="31676269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A211A0-240C-DD02-1243-A119043986DA}"/>
              </a:ext>
            </a:extLst>
          </p:cNvPr>
          <p:cNvSpPr/>
          <p:nvPr/>
        </p:nvSpPr>
        <p:spPr>
          <a:xfrm>
            <a:off x="4322306" y="1532086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CEC6A4-4D21-2504-AA31-9AB200133B6F}"/>
              </a:ext>
            </a:extLst>
          </p:cNvPr>
          <p:cNvSpPr/>
          <p:nvPr/>
        </p:nvSpPr>
        <p:spPr>
          <a:xfrm>
            <a:off x="5762299" y="1532067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E18A4B-0CEC-7453-25F7-0A6686660BA6}"/>
              </a:ext>
            </a:extLst>
          </p:cNvPr>
          <p:cNvSpPr/>
          <p:nvPr/>
        </p:nvSpPr>
        <p:spPr>
          <a:xfrm>
            <a:off x="7153119" y="1530926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CAF23BC-B5DC-13F2-D28A-471FF25F4C1E}"/>
              </a:ext>
            </a:extLst>
          </p:cNvPr>
          <p:cNvSpPr/>
          <p:nvPr/>
        </p:nvSpPr>
        <p:spPr>
          <a:xfrm>
            <a:off x="8593110" y="1530926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91C676E-288E-AB17-31C5-B3BFFED44C22}"/>
              </a:ext>
            </a:extLst>
          </p:cNvPr>
          <p:cNvSpPr/>
          <p:nvPr/>
        </p:nvSpPr>
        <p:spPr>
          <a:xfrm>
            <a:off x="10023435" y="1530926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2035E8-F6B4-C79C-3C10-3568093A3874}"/>
              </a:ext>
            </a:extLst>
          </p:cNvPr>
          <p:cNvSpPr/>
          <p:nvPr/>
        </p:nvSpPr>
        <p:spPr>
          <a:xfrm>
            <a:off x="11478921" y="1527795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B0BFACD-4419-26DC-54FC-08184B5282B8}"/>
              </a:ext>
            </a:extLst>
          </p:cNvPr>
          <p:cNvSpPr/>
          <p:nvPr/>
        </p:nvSpPr>
        <p:spPr>
          <a:xfrm>
            <a:off x="12922082" y="1523504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023B0F-F451-C917-853F-EC4DDA00AFAF}"/>
              </a:ext>
            </a:extLst>
          </p:cNvPr>
          <p:cNvSpPr/>
          <p:nvPr/>
        </p:nvSpPr>
        <p:spPr>
          <a:xfrm>
            <a:off x="14360789" y="1523504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62F3339-F514-F8C1-6B77-AF223D2B631A}"/>
              </a:ext>
            </a:extLst>
          </p:cNvPr>
          <p:cNvSpPr/>
          <p:nvPr/>
        </p:nvSpPr>
        <p:spPr>
          <a:xfrm>
            <a:off x="15801540" y="1527795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8AFB845-36C8-F809-5444-3461F85660B0}"/>
              </a:ext>
            </a:extLst>
          </p:cNvPr>
          <p:cNvSpPr/>
          <p:nvPr/>
        </p:nvSpPr>
        <p:spPr>
          <a:xfrm>
            <a:off x="17249973" y="1523504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22040BA-AFF4-E38B-3C16-9F424E0860CF}"/>
              </a:ext>
            </a:extLst>
          </p:cNvPr>
          <p:cNvSpPr/>
          <p:nvPr/>
        </p:nvSpPr>
        <p:spPr>
          <a:xfrm>
            <a:off x="18695269" y="1527795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0FCDF20-B4E3-9829-701D-197A79D172FA}"/>
              </a:ext>
            </a:extLst>
          </p:cNvPr>
          <p:cNvSpPr/>
          <p:nvPr/>
        </p:nvSpPr>
        <p:spPr>
          <a:xfrm>
            <a:off x="20115935" y="1527795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B65F086-19B2-D545-C315-ED74F772AD64}"/>
              </a:ext>
            </a:extLst>
          </p:cNvPr>
          <p:cNvSpPr/>
          <p:nvPr/>
        </p:nvSpPr>
        <p:spPr>
          <a:xfrm>
            <a:off x="21557277" y="1523504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D24320-4ACB-2187-F79D-8F1FF948D639}"/>
              </a:ext>
            </a:extLst>
          </p:cNvPr>
          <p:cNvSpPr/>
          <p:nvPr/>
        </p:nvSpPr>
        <p:spPr>
          <a:xfrm>
            <a:off x="23000916" y="1523504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F55D3E1-9620-D8B1-0D0B-9D61E82576D8}"/>
              </a:ext>
            </a:extLst>
          </p:cNvPr>
          <p:cNvSpPr/>
          <p:nvPr/>
        </p:nvSpPr>
        <p:spPr>
          <a:xfrm>
            <a:off x="24440916" y="1523504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1315D-F389-5704-690B-F986DA7A109D}"/>
              </a:ext>
            </a:extLst>
          </p:cNvPr>
          <p:cNvSpPr/>
          <p:nvPr/>
        </p:nvSpPr>
        <p:spPr>
          <a:xfrm>
            <a:off x="25878620" y="1527795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7C310D-8F6D-16C4-CE55-0F6121406D4D}"/>
              </a:ext>
            </a:extLst>
          </p:cNvPr>
          <p:cNvSpPr/>
          <p:nvPr/>
        </p:nvSpPr>
        <p:spPr>
          <a:xfrm>
            <a:off x="27318620" y="1530926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5C0793E-AB13-5711-E817-BB3EB08136CE}"/>
              </a:ext>
            </a:extLst>
          </p:cNvPr>
          <p:cNvSpPr/>
          <p:nvPr/>
        </p:nvSpPr>
        <p:spPr>
          <a:xfrm>
            <a:off x="28769971" y="1530926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347C8B4-CA80-1F8C-4DCF-D004F221643C}"/>
              </a:ext>
            </a:extLst>
          </p:cNvPr>
          <p:cNvSpPr/>
          <p:nvPr/>
        </p:nvSpPr>
        <p:spPr>
          <a:xfrm>
            <a:off x="30219124" y="1530926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512B194-EB2E-4431-F959-784DE51775ED}"/>
              </a:ext>
            </a:extLst>
          </p:cNvPr>
          <p:cNvSpPr/>
          <p:nvPr/>
        </p:nvSpPr>
        <p:spPr>
          <a:xfrm rot="5400000">
            <a:off x="15828166" y="1518557"/>
            <a:ext cx="4343403" cy="329184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262C4B7-2354-670D-7726-2628F9BF4938}"/>
              </a:ext>
            </a:extLst>
          </p:cNvPr>
          <p:cNvSpPr/>
          <p:nvPr/>
        </p:nvSpPr>
        <p:spPr>
          <a:xfrm rot="5400000">
            <a:off x="2211991" y="3663782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3029D0E-A050-3243-73C6-344523CEEB8B}"/>
              </a:ext>
            </a:extLst>
          </p:cNvPr>
          <p:cNvSpPr/>
          <p:nvPr/>
        </p:nvSpPr>
        <p:spPr>
          <a:xfrm rot="5400000">
            <a:off x="2212010" y="5103775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CBA5FB-CAE4-1102-29C7-8A788663F240}"/>
              </a:ext>
            </a:extLst>
          </p:cNvPr>
          <p:cNvSpPr/>
          <p:nvPr/>
        </p:nvSpPr>
        <p:spPr>
          <a:xfrm rot="5400000">
            <a:off x="2213151" y="6494595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47104C0-4D1A-B00E-EA4E-64F5B6180BDD}"/>
              </a:ext>
            </a:extLst>
          </p:cNvPr>
          <p:cNvSpPr/>
          <p:nvPr/>
        </p:nvSpPr>
        <p:spPr>
          <a:xfrm rot="5400000">
            <a:off x="2213151" y="7934586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FBEE81-6386-D427-CD61-67B5F06D3EB1}"/>
              </a:ext>
            </a:extLst>
          </p:cNvPr>
          <p:cNvSpPr/>
          <p:nvPr/>
        </p:nvSpPr>
        <p:spPr>
          <a:xfrm rot="5400000">
            <a:off x="2213151" y="9364911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2CECC67-1DEE-0E11-1BEF-04EE2B47314E}"/>
              </a:ext>
            </a:extLst>
          </p:cNvPr>
          <p:cNvSpPr/>
          <p:nvPr/>
        </p:nvSpPr>
        <p:spPr>
          <a:xfrm rot="5400000">
            <a:off x="2216282" y="10820397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E91AD90-0328-7E0D-DC62-C6D691BF0853}"/>
              </a:ext>
            </a:extLst>
          </p:cNvPr>
          <p:cNvSpPr/>
          <p:nvPr/>
        </p:nvSpPr>
        <p:spPr>
          <a:xfrm rot="5400000">
            <a:off x="2220573" y="12263558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C59F1DE-18F3-716E-491D-B30F55EB8B2B}"/>
              </a:ext>
            </a:extLst>
          </p:cNvPr>
          <p:cNvSpPr/>
          <p:nvPr/>
        </p:nvSpPr>
        <p:spPr>
          <a:xfrm rot="5400000">
            <a:off x="2220573" y="13702265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F8C1D34-4B9E-8260-437E-9368632E016F}"/>
              </a:ext>
            </a:extLst>
          </p:cNvPr>
          <p:cNvSpPr/>
          <p:nvPr/>
        </p:nvSpPr>
        <p:spPr>
          <a:xfrm rot="5400000">
            <a:off x="2216282" y="19457411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304AB48-99A0-D75D-C40D-7EDE2ADAE080}"/>
              </a:ext>
            </a:extLst>
          </p:cNvPr>
          <p:cNvSpPr/>
          <p:nvPr/>
        </p:nvSpPr>
        <p:spPr>
          <a:xfrm rot="5400000">
            <a:off x="2220573" y="20898753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38B0A58-5E61-51EA-8F99-353C10CB4E04}"/>
              </a:ext>
            </a:extLst>
          </p:cNvPr>
          <p:cNvSpPr/>
          <p:nvPr/>
        </p:nvSpPr>
        <p:spPr>
          <a:xfrm rot="5400000">
            <a:off x="2220573" y="22342392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B5641F0-4770-878B-416A-B7045C510C3E}"/>
              </a:ext>
            </a:extLst>
          </p:cNvPr>
          <p:cNvSpPr/>
          <p:nvPr/>
        </p:nvSpPr>
        <p:spPr>
          <a:xfrm rot="5400000">
            <a:off x="2220573" y="23782392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B3BCDBE-1E13-303F-423A-5AA4D057E120}"/>
              </a:ext>
            </a:extLst>
          </p:cNvPr>
          <p:cNvSpPr/>
          <p:nvPr/>
        </p:nvSpPr>
        <p:spPr>
          <a:xfrm rot="5400000">
            <a:off x="2216282" y="25220096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4E3B8B7-FF72-FCB5-D5BA-35B2CA453908}"/>
              </a:ext>
            </a:extLst>
          </p:cNvPr>
          <p:cNvSpPr/>
          <p:nvPr/>
        </p:nvSpPr>
        <p:spPr>
          <a:xfrm rot="5400000">
            <a:off x="2213151" y="26660096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CDC38EF-4B24-8B60-58D2-0A1C0EE21236}"/>
              </a:ext>
            </a:extLst>
          </p:cNvPr>
          <p:cNvSpPr/>
          <p:nvPr/>
        </p:nvSpPr>
        <p:spPr>
          <a:xfrm rot="5400000">
            <a:off x="2213151" y="28111447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8B73F12-098C-29AF-BCC8-52236428E215}"/>
              </a:ext>
            </a:extLst>
          </p:cNvPr>
          <p:cNvSpPr/>
          <p:nvPr/>
        </p:nvSpPr>
        <p:spPr>
          <a:xfrm rot="5400000">
            <a:off x="2213151" y="29560600"/>
            <a:ext cx="1440000" cy="2782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9B5D39DA-CEF9-8D5F-D589-5FB7908F0B3A}"/>
              </a:ext>
            </a:extLst>
          </p:cNvPr>
          <p:cNvSpPr/>
          <p:nvPr/>
        </p:nvSpPr>
        <p:spPr>
          <a:xfrm>
            <a:off x="4322306" y="4306304"/>
            <a:ext cx="27355122" cy="114997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D56744B-2074-DADE-F570-A7E92D7D9E16}"/>
              </a:ext>
            </a:extLst>
          </p:cNvPr>
          <p:cNvSpPr/>
          <p:nvPr/>
        </p:nvSpPr>
        <p:spPr>
          <a:xfrm rot="5400000">
            <a:off x="32348811" y="3642326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2AA7C35-4651-E5FD-24DF-8771BCB8AE43}"/>
              </a:ext>
            </a:extLst>
          </p:cNvPr>
          <p:cNvSpPr/>
          <p:nvPr/>
        </p:nvSpPr>
        <p:spPr>
          <a:xfrm rot="5400000">
            <a:off x="32348830" y="5082319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3481677-987C-C369-950B-67395CED7FCD}"/>
              </a:ext>
            </a:extLst>
          </p:cNvPr>
          <p:cNvSpPr/>
          <p:nvPr/>
        </p:nvSpPr>
        <p:spPr>
          <a:xfrm rot="5400000">
            <a:off x="32349971" y="6473139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892ABC0-ECEA-A397-BE58-FE1AFD53606B}"/>
              </a:ext>
            </a:extLst>
          </p:cNvPr>
          <p:cNvSpPr/>
          <p:nvPr/>
        </p:nvSpPr>
        <p:spPr>
          <a:xfrm rot="5400000">
            <a:off x="32349971" y="7913130"/>
            <a:ext cx="1440000" cy="27828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272FD31-1D96-761B-950D-467D71815AAF}"/>
              </a:ext>
            </a:extLst>
          </p:cNvPr>
          <p:cNvSpPr/>
          <p:nvPr/>
        </p:nvSpPr>
        <p:spPr>
          <a:xfrm rot="5400000">
            <a:off x="32349971" y="9343455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94EF44B-1F86-E65C-2E1D-381271162E3B}"/>
              </a:ext>
            </a:extLst>
          </p:cNvPr>
          <p:cNvSpPr/>
          <p:nvPr/>
        </p:nvSpPr>
        <p:spPr>
          <a:xfrm rot="5400000">
            <a:off x="32353102" y="10798941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58E0E21-0337-1AF9-FC7F-B3908107C25F}"/>
              </a:ext>
            </a:extLst>
          </p:cNvPr>
          <p:cNvSpPr/>
          <p:nvPr/>
        </p:nvSpPr>
        <p:spPr>
          <a:xfrm rot="5400000">
            <a:off x="32357393" y="12242102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AD5088D-3CA5-406A-0CDD-D1326E94CC73}"/>
              </a:ext>
            </a:extLst>
          </p:cNvPr>
          <p:cNvSpPr/>
          <p:nvPr/>
        </p:nvSpPr>
        <p:spPr>
          <a:xfrm rot="5400000">
            <a:off x="32357393" y="13680809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7AB76AF-BB77-BF3A-4C85-B1D6E653D022}"/>
              </a:ext>
            </a:extLst>
          </p:cNvPr>
          <p:cNvSpPr/>
          <p:nvPr/>
        </p:nvSpPr>
        <p:spPr>
          <a:xfrm rot="5400000">
            <a:off x="32353102" y="19435955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F5F5936-AF32-CFCF-8FE7-707D199D5016}"/>
              </a:ext>
            </a:extLst>
          </p:cNvPr>
          <p:cNvSpPr/>
          <p:nvPr/>
        </p:nvSpPr>
        <p:spPr>
          <a:xfrm rot="5400000">
            <a:off x="32357393" y="20877297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9E43AA8-D90E-C12F-5126-C9940A64087B}"/>
              </a:ext>
            </a:extLst>
          </p:cNvPr>
          <p:cNvSpPr/>
          <p:nvPr/>
        </p:nvSpPr>
        <p:spPr>
          <a:xfrm rot="5400000">
            <a:off x="32357393" y="22320936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5297960-3890-771D-E602-3A3E697CD546}"/>
              </a:ext>
            </a:extLst>
          </p:cNvPr>
          <p:cNvSpPr/>
          <p:nvPr/>
        </p:nvSpPr>
        <p:spPr>
          <a:xfrm rot="5400000">
            <a:off x="32357393" y="23760936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9AB1CF8-4AB0-E2FF-973B-9E02A6986461}"/>
              </a:ext>
            </a:extLst>
          </p:cNvPr>
          <p:cNvSpPr/>
          <p:nvPr/>
        </p:nvSpPr>
        <p:spPr>
          <a:xfrm rot="5400000">
            <a:off x="32353102" y="25198640"/>
            <a:ext cx="1440000" cy="27828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47E14D0-7C05-028B-3B4B-B99CD7A27D42}"/>
              </a:ext>
            </a:extLst>
          </p:cNvPr>
          <p:cNvSpPr/>
          <p:nvPr/>
        </p:nvSpPr>
        <p:spPr>
          <a:xfrm rot="5400000">
            <a:off x="32349971" y="26638640"/>
            <a:ext cx="1440000" cy="27828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8BF76C7-3419-9621-1242-DE70000D209D}"/>
              </a:ext>
            </a:extLst>
          </p:cNvPr>
          <p:cNvSpPr/>
          <p:nvPr/>
        </p:nvSpPr>
        <p:spPr>
          <a:xfrm rot="5400000">
            <a:off x="32349971" y="28089991"/>
            <a:ext cx="1440000" cy="2782800"/>
          </a:xfrm>
          <a:prstGeom prst="rect">
            <a:avLst/>
          </a:prstGeom>
          <a:solidFill>
            <a:srgbClr val="DB090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03D505F-CC06-678A-16E7-1C8B0CCB85B0}"/>
              </a:ext>
            </a:extLst>
          </p:cNvPr>
          <p:cNvSpPr/>
          <p:nvPr/>
        </p:nvSpPr>
        <p:spPr>
          <a:xfrm rot="5400000">
            <a:off x="32349971" y="29539144"/>
            <a:ext cx="1440000" cy="2782800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B8094C0-C06F-18C2-9A37-B2F6952E5A2E}"/>
              </a:ext>
            </a:extLst>
          </p:cNvPr>
          <p:cNvSpPr/>
          <p:nvPr/>
        </p:nvSpPr>
        <p:spPr>
          <a:xfrm>
            <a:off x="17236607" y="4286670"/>
            <a:ext cx="1440000" cy="129964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0533C0A-7917-D56A-A887-51BE1D33EE16}"/>
              </a:ext>
            </a:extLst>
          </p:cNvPr>
          <p:cNvSpPr/>
          <p:nvPr/>
        </p:nvSpPr>
        <p:spPr>
          <a:xfrm>
            <a:off x="4530929" y="5573486"/>
            <a:ext cx="6179167" cy="324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废牌堆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D410D73-87C9-4161-7C00-0E52E7F51F9F}"/>
              </a:ext>
            </a:extLst>
          </p:cNvPr>
          <p:cNvSpPr/>
          <p:nvPr/>
        </p:nvSpPr>
        <p:spPr>
          <a:xfrm>
            <a:off x="14212845" y="5629426"/>
            <a:ext cx="2052000" cy="313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小姐</a:t>
            </a:r>
            <a:r>
              <a:rPr kumimoji="1" lang="en-US" altLang="zh-CN" sz="3200" dirty="0">
                <a:solidFill>
                  <a:schemeClr val="tx1"/>
                </a:solidFill>
              </a:rPr>
              <a:t>+</a:t>
            </a:r>
            <a:r>
              <a:rPr kumimoji="1" lang="zh-CN" altLang="en-US" sz="3200" dirty="0">
                <a:solidFill>
                  <a:schemeClr val="tx1"/>
                </a:solidFill>
              </a:rPr>
              <a:t>水果牌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16E23818-629C-45EC-84B1-BDFC10D855D8}"/>
              </a:ext>
            </a:extLst>
          </p:cNvPr>
          <p:cNvSpPr/>
          <p:nvPr/>
        </p:nvSpPr>
        <p:spPr>
          <a:xfrm>
            <a:off x="11145274" y="5629426"/>
            <a:ext cx="2520000" cy="324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三国杀</a:t>
            </a:r>
            <a:endParaRPr kumimoji="1"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0535551-A14D-8679-51BC-68A0650CD835}"/>
              </a:ext>
            </a:extLst>
          </p:cNvPr>
          <p:cNvSpPr/>
          <p:nvPr/>
        </p:nvSpPr>
        <p:spPr>
          <a:xfrm>
            <a:off x="4773600" y="10049578"/>
            <a:ext cx="2052000" cy="313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小姐</a:t>
            </a:r>
            <a:r>
              <a:rPr kumimoji="1" lang="en-US" altLang="zh-CN" sz="3200" dirty="0">
                <a:solidFill>
                  <a:schemeClr val="tx1"/>
                </a:solidFill>
              </a:rPr>
              <a:t>+</a:t>
            </a:r>
            <a:r>
              <a:rPr kumimoji="1" lang="zh-CN" altLang="en-US" sz="3200" dirty="0">
                <a:solidFill>
                  <a:schemeClr val="tx1"/>
                </a:solidFill>
              </a:rPr>
              <a:t>水果牌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130C122-58E6-9128-B7E9-934B837DDF8C}"/>
              </a:ext>
            </a:extLst>
          </p:cNvPr>
          <p:cNvSpPr/>
          <p:nvPr/>
        </p:nvSpPr>
        <p:spPr>
          <a:xfrm>
            <a:off x="7293600" y="10049578"/>
            <a:ext cx="2052000" cy="313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小姐</a:t>
            </a:r>
            <a:r>
              <a:rPr kumimoji="1" lang="en-US" altLang="zh-CN" sz="3200" dirty="0">
                <a:solidFill>
                  <a:schemeClr val="tx1"/>
                </a:solidFill>
              </a:rPr>
              <a:t>+</a:t>
            </a:r>
            <a:r>
              <a:rPr kumimoji="1" lang="zh-CN" altLang="en-US" sz="3200" dirty="0">
                <a:solidFill>
                  <a:schemeClr val="tx1"/>
                </a:solidFill>
              </a:rPr>
              <a:t>水果牌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5ECD43A-FFB4-3E76-6BC0-5F8EB55CD062}"/>
              </a:ext>
            </a:extLst>
          </p:cNvPr>
          <p:cNvSpPr/>
          <p:nvPr/>
        </p:nvSpPr>
        <p:spPr>
          <a:xfrm>
            <a:off x="9770222" y="10049578"/>
            <a:ext cx="2052000" cy="313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小姐</a:t>
            </a:r>
            <a:r>
              <a:rPr kumimoji="1" lang="en-US" altLang="zh-CN" sz="3200" dirty="0">
                <a:solidFill>
                  <a:schemeClr val="tx1"/>
                </a:solidFill>
              </a:rPr>
              <a:t>+</a:t>
            </a:r>
            <a:r>
              <a:rPr kumimoji="1" lang="zh-CN" altLang="en-US" sz="3200" dirty="0">
                <a:solidFill>
                  <a:schemeClr val="tx1"/>
                </a:solidFill>
              </a:rPr>
              <a:t>水果牌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AC0CAD4-944C-EDD6-2A8A-376EA6F217D9}"/>
              </a:ext>
            </a:extLst>
          </p:cNvPr>
          <p:cNvSpPr/>
          <p:nvPr/>
        </p:nvSpPr>
        <p:spPr>
          <a:xfrm>
            <a:off x="12258939" y="10049578"/>
            <a:ext cx="2052000" cy="313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小姐</a:t>
            </a:r>
            <a:r>
              <a:rPr kumimoji="1" lang="en-US" altLang="zh-CN" sz="3200" dirty="0">
                <a:solidFill>
                  <a:schemeClr val="tx1"/>
                </a:solidFill>
              </a:rPr>
              <a:t>+</a:t>
            </a:r>
            <a:r>
              <a:rPr kumimoji="1" lang="zh-CN" altLang="en-US" sz="3200" dirty="0">
                <a:solidFill>
                  <a:schemeClr val="tx1"/>
                </a:solidFill>
              </a:rPr>
              <a:t>水果牌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BD4AC97-4CD0-A774-93D2-779A5D416477}"/>
              </a:ext>
            </a:extLst>
          </p:cNvPr>
          <p:cNvSpPr/>
          <p:nvPr/>
        </p:nvSpPr>
        <p:spPr>
          <a:xfrm>
            <a:off x="14735561" y="10049578"/>
            <a:ext cx="2052000" cy="313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小姐</a:t>
            </a:r>
            <a:r>
              <a:rPr kumimoji="1" lang="en-US" altLang="zh-CN" sz="3200" dirty="0">
                <a:solidFill>
                  <a:schemeClr val="tx1"/>
                </a:solidFill>
              </a:rPr>
              <a:t>+</a:t>
            </a:r>
            <a:r>
              <a:rPr kumimoji="1" lang="zh-CN" altLang="en-US" sz="3200" dirty="0">
                <a:solidFill>
                  <a:schemeClr val="tx1"/>
                </a:solidFill>
              </a:rPr>
              <a:t>水果牌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668ED88-FB35-C385-C1D4-D25EA8669240}"/>
              </a:ext>
            </a:extLst>
          </p:cNvPr>
          <p:cNvSpPr txBox="1"/>
          <p:nvPr/>
        </p:nvSpPr>
        <p:spPr>
          <a:xfrm>
            <a:off x="9632983" y="17696753"/>
            <a:ext cx="1502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河道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342B7BA-08F7-C817-5327-D2D37811C642}"/>
              </a:ext>
            </a:extLst>
          </p:cNvPr>
          <p:cNvSpPr txBox="1"/>
          <p:nvPr/>
        </p:nvSpPr>
        <p:spPr>
          <a:xfrm rot="10800000">
            <a:off x="24504394" y="17696753"/>
            <a:ext cx="1502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河道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331EC73-88E7-B4D4-584C-D59955931F74}"/>
              </a:ext>
            </a:extLst>
          </p:cNvPr>
          <p:cNvSpPr/>
          <p:nvPr/>
        </p:nvSpPr>
        <p:spPr>
          <a:xfrm>
            <a:off x="17236605" y="17283112"/>
            <a:ext cx="1440002" cy="140892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6AAFC5E-DC2F-14D8-D239-1C230CB44031}"/>
              </a:ext>
            </a:extLst>
          </p:cNvPr>
          <p:cNvSpPr txBox="1"/>
          <p:nvPr/>
        </p:nvSpPr>
        <p:spPr>
          <a:xfrm>
            <a:off x="17427750" y="17696753"/>
            <a:ext cx="1097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终点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099597E8-92A7-71AF-D91A-0D3AD7AF4D06}"/>
              </a:ext>
            </a:extLst>
          </p:cNvPr>
          <p:cNvSpPr/>
          <p:nvPr/>
        </p:nvSpPr>
        <p:spPr>
          <a:xfrm>
            <a:off x="4322306" y="20149458"/>
            <a:ext cx="27355122" cy="115267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2F34435-795F-ACC2-A187-E1867D50C048}"/>
              </a:ext>
            </a:extLst>
          </p:cNvPr>
          <p:cNvSpPr/>
          <p:nvPr/>
        </p:nvSpPr>
        <p:spPr>
          <a:xfrm>
            <a:off x="17235523" y="16494614"/>
            <a:ext cx="1440000" cy="7810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28C2206-A7EA-A282-2D33-E718B6ED282C}"/>
              </a:ext>
            </a:extLst>
          </p:cNvPr>
          <p:cNvSpPr/>
          <p:nvPr/>
        </p:nvSpPr>
        <p:spPr>
          <a:xfrm>
            <a:off x="17235523" y="15766032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E192203-6AEB-EB05-FE18-EAEF9EE988A0}"/>
              </a:ext>
            </a:extLst>
          </p:cNvPr>
          <p:cNvSpPr/>
          <p:nvPr/>
        </p:nvSpPr>
        <p:spPr>
          <a:xfrm>
            <a:off x="17235523" y="15034486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2DA8709-D1E6-BEF9-E4E1-7A31544D0AFF}"/>
              </a:ext>
            </a:extLst>
          </p:cNvPr>
          <p:cNvSpPr/>
          <p:nvPr/>
        </p:nvSpPr>
        <p:spPr>
          <a:xfrm>
            <a:off x="17235523" y="14302940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9930C04-DD56-477D-6B9F-67DECF3E3B8C}"/>
              </a:ext>
            </a:extLst>
          </p:cNvPr>
          <p:cNvSpPr/>
          <p:nvPr/>
        </p:nvSpPr>
        <p:spPr>
          <a:xfrm>
            <a:off x="17235523" y="13583068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8D5703F-5EC5-7D15-CEF9-6011825B1868}"/>
              </a:ext>
            </a:extLst>
          </p:cNvPr>
          <p:cNvSpPr/>
          <p:nvPr/>
        </p:nvSpPr>
        <p:spPr>
          <a:xfrm>
            <a:off x="17236605" y="12857578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A7F9AA7B-511D-2AD6-7FBB-012BB64D5157}"/>
              </a:ext>
            </a:extLst>
          </p:cNvPr>
          <p:cNvSpPr/>
          <p:nvPr/>
        </p:nvSpPr>
        <p:spPr>
          <a:xfrm>
            <a:off x="17236605" y="12142287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BA20CF5-563B-FA10-20BA-CEFCD91C1153}"/>
              </a:ext>
            </a:extLst>
          </p:cNvPr>
          <p:cNvSpPr/>
          <p:nvPr/>
        </p:nvSpPr>
        <p:spPr>
          <a:xfrm>
            <a:off x="17236605" y="11410741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37F5517F-30D4-655A-D377-F6D8561290D5}"/>
              </a:ext>
            </a:extLst>
          </p:cNvPr>
          <p:cNvSpPr/>
          <p:nvPr/>
        </p:nvSpPr>
        <p:spPr>
          <a:xfrm>
            <a:off x="17236605" y="10695702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BD5F18F-9AD3-828F-CC9E-474F3E6EAE5B}"/>
              </a:ext>
            </a:extLst>
          </p:cNvPr>
          <p:cNvSpPr/>
          <p:nvPr/>
        </p:nvSpPr>
        <p:spPr>
          <a:xfrm>
            <a:off x="17236605" y="9975830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A99B70F-F30C-47A5-5212-51B548994DDE}"/>
              </a:ext>
            </a:extLst>
          </p:cNvPr>
          <p:cNvSpPr/>
          <p:nvPr/>
        </p:nvSpPr>
        <p:spPr>
          <a:xfrm>
            <a:off x="17234439" y="9265846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B20B8E4-94A6-ABE9-66DF-BB375920DC5B}"/>
              </a:ext>
            </a:extLst>
          </p:cNvPr>
          <p:cNvSpPr/>
          <p:nvPr/>
        </p:nvSpPr>
        <p:spPr>
          <a:xfrm>
            <a:off x="17234439" y="8553080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838BC1F3-94F4-355B-E2D4-C0067CA35E90}"/>
              </a:ext>
            </a:extLst>
          </p:cNvPr>
          <p:cNvSpPr/>
          <p:nvPr/>
        </p:nvSpPr>
        <p:spPr>
          <a:xfrm>
            <a:off x="17234439" y="7833080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AE9778B-341F-7178-3966-0D71F381C943}"/>
              </a:ext>
            </a:extLst>
          </p:cNvPr>
          <p:cNvSpPr/>
          <p:nvPr/>
        </p:nvSpPr>
        <p:spPr>
          <a:xfrm>
            <a:off x="17234439" y="7149943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44AA542-C35D-08E2-52E5-ED133F833B6C}"/>
              </a:ext>
            </a:extLst>
          </p:cNvPr>
          <p:cNvSpPr/>
          <p:nvPr/>
        </p:nvSpPr>
        <p:spPr>
          <a:xfrm>
            <a:off x="17234439" y="6465943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2932281C-7733-8E3E-93D4-68A9D184A892}"/>
              </a:ext>
            </a:extLst>
          </p:cNvPr>
          <p:cNvSpPr/>
          <p:nvPr/>
        </p:nvSpPr>
        <p:spPr>
          <a:xfrm>
            <a:off x="17234439" y="5739074"/>
            <a:ext cx="144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AB88629-7F05-7CC9-9073-2D7BF93C223D}"/>
              </a:ext>
            </a:extLst>
          </p:cNvPr>
          <p:cNvSpPr/>
          <p:nvPr/>
        </p:nvSpPr>
        <p:spPr>
          <a:xfrm>
            <a:off x="17251055" y="30168161"/>
            <a:ext cx="1440000" cy="150810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DFF9C91C-B9B4-CDA8-E1C8-9C94E01A3145}"/>
              </a:ext>
            </a:extLst>
          </p:cNvPr>
          <p:cNvSpPr/>
          <p:nvPr/>
        </p:nvSpPr>
        <p:spPr>
          <a:xfrm>
            <a:off x="17251055" y="29436616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24D1C58-AC86-DC32-27E5-B0E90C44ECE4}"/>
              </a:ext>
            </a:extLst>
          </p:cNvPr>
          <p:cNvSpPr/>
          <p:nvPr/>
        </p:nvSpPr>
        <p:spPr>
          <a:xfrm>
            <a:off x="17251055" y="28705070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F292299-B801-8934-123C-8617978902F8}"/>
              </a:ext>
            </a:extLst>
          </p:cNvPr>
          <p:cNvSpPr/>
          <p:nvPr/>
        </p:nvSpPr>
        <p:spPr>
          <a:xfrm>
            <a:off x="17251055" y="27985198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3B66FC3-5604-EDD6-8A80-2BCC6893DC20}"/>
              </a:ext>
            </a:extLst>
          </p:cNvPr>
          <p:cNvSpPr/>
          <p:nvPr/>
        </p:nvSpPr>
        <p:spPr>
          <a:xfrm>
            <a:off x="17252137" y="27259708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111159D-98A0-58F9-3120-61B767509567}"/>
              </a:ext>
            </a:extLst>
          </p:cNvPr>
          <p:cNvSpPr/>
          <p:nvPr/>
        </p:nvSpPr>
        <p:spPr>
          <a:xfrm>
            <a:off x="17252137" y="26544417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E707D752-A54C-4C3D-C6E7-D56FB72D31EA}"/>
              </a:ext>
            </a:extLst>
          </p:cNvPr>
          <p:cNvSpPr/>
          <p:nvPr/>
        </p:nvSpPr>
        <p:spPr>
          <a:xfrm>
            <a:off x="17252137" y="25812871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0EDAA3A5-2128-D856-D05E-68F8DAC2AB5E}"/>
              </a:ext>
            </a:extLst>
          </p:cNvPr>
          <p:cNvSpPr/>
          <p:nvPr/>
        </p:nvSpPr>
        <p:spPr>
          <a:xfrm>
            <a:off x="17252137" y="25097832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CFDEDC90-2746-1008-5817-095BE2CE2603}"/>
              </a:ext>
            </a:extLst>
          </p:cNvPr>
          <p:cNvSpPr/>
          <p:nvPr/>
        </p:nvSpPr>
        <p:spPr>
          <a:xfrm>
            <a:off x="17252137" y="24377960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1F89665-A392-C00A-AE2C-9CF6562DC0DD}"/>
              </a:ext>
            </a:extLst>
          </p:cNvPr>
          <p:cNvSpPr/>
          <p:nvPr/>
        </p:nvSpPr>
        <p:spPr>
          <a:xfrm>
            <a:off x="17249971" y="23667976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37FF2C86-4941-0D0A-200A-40C8CD913FCF}"/>
              </a:ext>
            </a:extLst>
          </p:cNvPr>
          <p:cNvSpPr/>
          <p:nvPr/>
        </p:nvSpPr>
        <p:spPr>
          <a:xfrm>
            <a:off x="17249971" y="22955210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28BBAE4F-F984-2AB9-CD93-00EC2D4F0C67}"/>
              </a:ext>
            </a:extLst>
          </p:cNvPr>
          <p:cNvSpPr/>
          <p:nvPr/>
        </p:nvSpPr>
        <p:spPr>
          <a:xfrm>
            <a:off x="17249971" y="22235210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D7B2A348-4051-4104-1D45-F97F354FDEB7}"/>
              </a:ext>
            </a:extLst>
          </p:cNvPr>
          <p:cNvSpPr/>
          <p:nvPr/>
        </p:nvSpPr>
        <p:spPr>
          <a:xfrm>
            <a:off x="17249971" y="21552073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EF058D2E-D29D-867C-40A6-7A2A0934509E}"/>
              </a:ext>
            </a:extLst>
          </p:cNvPr>
          <p:cNvSpPr/>
          <p:nvPr/>
        </p:nvSpPr>
        <p:spPr>
          <a:xfrm>
            <a:off x="17249971" y="20868073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F770218C-2E01-7E5D-2B8E-40B2C23E3E38}"/>
              </a:ext>
            </a:extLst>
          </p:cNvPr>
          <p:cNvSpPr/>
          <p:nvPr/>
        </p:nvSpPr>
        <p:spPr>
          <a:xfrm>
            <a:off x="17249971" y="20141204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AD1367F-2796-582E-7BB6-8E4C0754BD36}"/>
              </a:ext>
            </a:extLst>
          </p:cNvPr>
          <p:cNvSpPr/>
          <p:nvPr/>
        </p:nvSpPr>
        <p:spPr>
          <a:xfrm>
            <a:off x="17249971" y="19432469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11722857-961A-897F-4D2B-E5CBD4A05143}"/>
              </a:ext>
            </a:extLst>
          </p:cNvPr>
          <p:cNvSpPr/>
          <p:nvPr/>
        </p:nvSpPr>
        <p:spPr>
          <a:xfrm>
            <a:off x="17252137" y="18707876"/>
            <a:ext cx="1440000" cy="72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rgbClr val="874D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750665D2-FF6C-9FAD-7CAE-74EECE7716B8}"/>
              </a:ext>
            </a:extLst>
          </p:cNvPr>
          <p:cNvSpPr/>
          <p:nvPr/>
        </p:nvSpPr>
        <p:spPr>
          <a:xfrm>
            <a:off x="4530930" y="9639067"/>
            <a:ext cx="12497055" cy="3989847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A2C00A70-346E-0B17-8982-D2F091AA9717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10710099" y="8761426"/>
            <a:ext cx="4528746" cy="8407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2BAC9DD9-EEEB-2D24-8990-F12CE2D9DFE8}"/>
              </a:ext>
            </a:extLst>
          </p:cNvPr>
          <p:cNvSpPr txBox="1"/>
          <p:nvPr/>
        </p:nvSpPr>
        <p:spPr>
          <a:xfrm rot="8100000">
            <a:off x="16046351" y="14879433"/>
            <a:ext cx="11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SimHei" panose="02010609060101010101" pitchFamily="49" charset="-122"/>
                <a:ea typeface="SimHei" panose="02010609060101010101" pitchFamily="49" charset="-122"/>
              </a:rPr>
              <a:t>天堂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E62C3B41-B5E7-3051-52A5-04DAA605D4A9}"/>
              </a:ext>
            </a:extLst>
          </p:cNvPr>
          <p:cNvSpPr txBox="1"/>
          <p:nvPr/>
        </p:nvSpPr>
        <p:spPr>
          <a:xfrm rot="13500000">
            <a:off x="18732664" y="14837375"/>
            <a:ext cx="11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SimHei" panose="02010609060101010101" pitchFamily="49" charset="-122"/>
                <a:ea typeface="SimHei" panose="02010609060101010101" pitchFamily="49" charset="-122"/>
              </a:rPr>
              <a:t>天堂</a:t>
            </a: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8F95A5FE-2865-2738-CFA8-4B00B2C58C82}"/>
              </a:ext>
            </a:extLst>
          </p:cNvPr>
          <p:cNvSpPr txBox="1"/>
          <p:nvPr/>
        </p:nvSpPr>
        <p:spPr>
          <a:xfrm rot="2700000">
            <a:off x="16074103" y="20488315"/>
            <a:ext cx="11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地狱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57836364-9993-A8F9-0546-5D14C72C0E84}"/>
              </a:ext>
            </a:extLst>
          </p:cNvPr>
          <p:cNvSpPr txBox="1"/>
          <p:nvPr/>
        </p:nvSpPr>
        <p:spPr>
          <a:xfrm rot="18900000">
            <a:off x="18739021" y="20473693"/>
            <a:ext cx="11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地狱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9E72D7B-7FC0-5800-811E-00738C1E7D46}"/>
              </a:ext>
            </a:extLst>
          </p:cNvPr>
          <p:cNvSpPr/>
          <p:nvPr/>
        </p:nvSpPr>
        <p:spPr>
          <a:xfrm>
            <a:off x="29057319" y="22141615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德州牌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32C99E0-8329-8F3B-77A1-9FB39AF56065}"/>
              </a:ext>
            </a:extLst>
          </p:cNvPr>
          <p:cNvSpPr/>
          <p:nvPr/>
        </p:nvSpPr>
        <p:spPr>
          <a:xfrm>
            <a:off x="26537319" y="22141615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德州牌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68B3CEA-5614-92C3-7515-CD1931DA0D1D}"/>
              </a:ext>
            </a:extLst>
          </p:cNvPr>
          <p:cNvSpPr/>
          <p:nvPr/>
        </p:nvSpPr>
        <p:spPr>
          <a:xfrm>
            <a:off x="24060697" y="22141615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德州牌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5FB22540-2D41-2635-4EAA-BE6715C07DCF}"/>
              </a:ext>
            </a:extLst>
          </p:cNvPr>
          <p:cNvSpPr/>
          <p:nvPr/>
        </p:nvSpPr>
        <p:spPr>
          <a:xfrm>
            <a:off x="21571980" y="22141615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德州牌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D221BDE-D654-5B9C-DC92-2DD6E560A428}"/>
              </a:ext>
            </a:extLst>
          </p:cNvPr>
          <p:cNvSpPr/>
          <p:nvPr/>
        </p:nvSpPr>
        <p:spPr>
          <a:xfrm>
            <a:off x="19095358" y="22141615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德州牌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EDDA800A-33F0-0D0E-52C6-DC2CB267CBD6}"/>
              </a:ext>
            </a:extLst>
          </p:cNvPr>
          <p:cNvSpPr/>
          <p:nvPr/>
        </p:nvSpPr>
        <p:spPr>
          <a:xfrm>
            <a:off x="19095358" y="26131462"/>
            <a:ext cx="12236245" cy="4475944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</a:t>
            </a:r>
            <a:endParaRPr kumimoji="1" lang="en-US" altLang="zh-CN" sz="32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底池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A9DE1C5-58DB-2F21-666D-E5A6286234C6}"/>
              </a:ext>
            </a:extLst>
          </p:cNvPr>
          <p:cNvSpPr/>
          <p:nvPr/>
        </p:nvSpPr>
        <p:spPr>
          <a:xfrm>
            <a:off x="28769971" y="26785434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德州</a:t>
            </a:r>
            <a:endParaRPr kumimoji="1" lang="en-US" altLang="zh-CN" sz="32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牌堆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2198B4F3-44D3-11A9-0619-B84F284E44E2}"/>
              </a:ext>
            </a:extLst>
          </p:cNvPr>
          <p:cNvSpPr/>
          <p:nvPr/>
        </p:nvSpPr>
        <p:spPr>
          <a:xfrm rot="10800000">
            <a:off x="18903558" y="21730278"/>
            <a:ext cx="12497055" cy="3929998"/>
          </a:xfrm>
          <a:prstGeom prst="rect">
            <a:avLst/>
          </a:prstGeom>
          <a:noFill/>
          <a:ln w="3810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886C4966-B34C-E298-7289-1DD6FA33747B}"/>
              </a:ext>
            </a:extLst>
          </p:cNvPr>
          <p:cNvSpPr txBox="1"/>
          <p:nvPr/>
        </p:nvSpPr>
        <p:spPr>
          <a:xfrm rot="19800000">
            <a:off x="31600649" y="32221847"/>
            <a:ext cx="27975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黄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起点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黄色人物由此过领取：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手牌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93BA9DB4-359B-434A-CFE8-350E97C8C574}"/>
              </a:ext>
            </a:extLst>
          </p:cNvPr>
          <p:cNvSpPr txBox="1"/>
          <p:nvPr/>
        </p:nvSpPr>
        <p:spPr>
          <a:xfrm rot="2700000">
            <a:off x="1700961" y="32363762"/>
            <a:ext cx="27975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红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起点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红色人物由此过领取：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手牌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A65D92F-85E9-DEC6-C4B4-4E700892BC36}"/>
              </a:ext>
            </a:extLst>
          </p:cNvPr>
          <p:cNvSpPr txBox="1"/>
          <p:nvPr/>
        </p:nvSpPr>
        <p:spPr>
          <a:xfrm rot="13500000">
            <a:off x="31427403" y="2605878"/>
            <a:ext cx="27975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绿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起点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绿色人物由此过领取：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手牌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9BFEE104-D63D-B5E0-74E9-6AD92E6A6D11}"/>
              </a:ext>
            </a:extLst>
          </p:cNvPr>
          <p:cNvSpPr txBox="1"/>
          <p:nvPr/>
        </p:nvSpPr>
        <p:spPr>
          <a:xfrm rot="8100000">
            <a:off x="1727788" y="2600949"/>
            <a:ext cx="27975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蓝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起点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蓝色人物由此过领取：</a:t>
            </a:r>
            <a:endParaRPr kumimoji="1" lang="en-US" altLang="zh-CN" sz="20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r>
              <a:rPr kumimoji="1" lang="zh-CN" altLang="en-US" sz="20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手牌</a:t>
            </a:r>
          </a:p>
        </p:txBody>
      </p:sp>
      <p:grpSp>
        <p:nvGrpSpPr>
          <p:cNvPr id="1045" name="组合 1044">
            <a:extLst>
              <a:ext uri="{FF2B5EF4-FFF2-40B4-BE49-F238E27FC236}">
                <a16:creationId xmlns:a16="http://schemas.microsoft.com/office/drawing/2014/main" id="{305ECE99-428B-B0A4-31AE-6E14EE462245}"/>
              </a:ext>
            </a:extLst>
          </p:cNvPr>
          <p:cNvGrpSpPr/>
          <p:nvPr/>
        </p:nvGrpSpPr>
        <p:grpSpPr>
          <a:xfrm>
            <a:off x="1773936" y="15790053"/>
            <a:ext cx="938784" cy="4359404"/>
            <a:chOff x="1773936" y="15790053"/>
            <a:chExt cx="938784" cy="4359404"/>
          </a:xfrm>
        </p:grpSpPr>
        <p:cxnSp>
          <p:nvCxnSpPr>
            <p:cNvPr id="176" name="直线连接符 175">
              <a:extLst>
                <a:ext uri="{FF2B5EF4-FFF2-40B4-BE49-F238E27FC236}">
                  <a16:creationId xmlns:a16="http://schemas.microsoft.com/office/drawing/2014/main" id="{48BC0FA5-2368-F85C-D0BB-F5240850871D}"/>
                </a:ext>
              </a:extLst>
            </p:cNvPr>
            <p:cNvCxnSpPr/>
            <p:nvPr/>
          </p:nvCxnSpPr>
          <p:spPr>
            <a:xfrm>
              <a:off x="1773936" y="15806056"/>
              <a:ext cx="0" cy="4343401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线连接符 176">
              <a:extLst>
                <a:ext uri="{FF2B5EF4-FFF2-40B4-BE49-F238E27FC236}">
                  <a16:creationId xmlns:a16="http://schemas.microsoft.com/office/drawing/2014/main" id="{2F251880-F2DC-22C7-F068-3ED962F789D5}"/>
                </a:ext>
              </a:extLst>
            </p:cNvPr>
            <p:cNvCxnSpPr/>
            <p:nvPr/>
          </p:nvCxnSpPr>
          <p:spPr>
            <a:xfrm>
              <a:off x="2712720" y="15790053"/>
              <a:ext cx="0" cy="4343401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线连接符 177">
              <a:extLst>
                <a:ext uri="{FF2B5EF4-FFF2-40B4-BE49-F238E27FC236}">
                  <a16:creationId xmlns:a16="http://schemas.microsoft.com/office/drawing/2014/main" id="{FD5D03EC-34C7-C914-E971-5EDA2918E218}"/>
                </a:ext>
              </a:extLst>
            </p:cNvPr>
            <p:cNvCxnSpPr>
              <a:cxnSpLocks/>
            </p:cNvCxnSpPr>
            <p:nvPr/>
          </p:nvCxnSpPr>
          <p:spPr>
            <a:xfrm>
              <a:off x="1792224" y="16386048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线连接符 182">
              <a:extLst>
                <a:ext uri="{FF2B5EF4-FFF2-40B4-BE49-F238E27FC236}">
                  <a16:creationId xmlns:a16="http://schemas.microsoft.com/office/drawing/2014/main" id="{3C274985-4178-5FC6-006E-927EDEBCD0DC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6648176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线连接符 183">
              <a:extLst>
                <a:ext uri="{FF2B5EF4-FFF2-40B4-BE49-F238E27FC236}">
                  <a16:creationId xmlns:a16="http://schemas.microsoft.com/office/drawing/2014/main" id="{87897DAA-9AE9-D814-91C5-CC3C91FCCE7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6904208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线连接符 184">
              <a:extLst>
                <a:ext uri="{FF2B5EF4-FFF2-40B4-BE49-F238E27FC236}">
                  <a16:creationId xmlns:a16="http://schemas.microsoft.com/office/drawing/2014/main" id="{7CC4108D-0679-4141-1369-7CCB3E72745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14195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线连接符 185">
              <a:extLst>
                <a:ext uri="{FF2B5EF4-FFF2-40B4-BE49-F238E27FC236}">
                  <a16:creationId xmlns:a16="http://schemas.microsoft.com/office/drawing/2014/main" id="{1ADE1220-35CC-E76C-3FC2-C1E125FD30A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398935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13D576E6-0C52-AAA1-B9EC-06B48D410E74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660177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B7B20060-0C8D-97C1-6D90-7E8C71B55C0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904604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A82DB6EE-81DA-EFBE-16BA-13005E85A84F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15351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线连接符 189">
              <a:extLst>
                <a:ext uri="{FF2B5EF4-FFF2-40B4-BE49-F238E27FC236}">
                  <a16:creationId xmlns:a16="http://schemas.microsoft.com/office/drawing/2014/main" id="{C0CE1C03-D1DD-EF05-6260-48306A626874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403824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线连接符 190">
              <a:extLst>
                <a:ext uri="{FF2B5EF4-FFF2-40B4-BE49-F238E27FC236}">
                  <a16:creationId xmlns:a16="http://schemas.microsoft.com/office/drawing/2014/main" id="{74A3ECD2-05BE-A4E1-44A7-50B1E9A2C9FD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65546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直线连接符 1023">
              <a:extLst>
                <a:ext uri="{FF2B5EF4-FFF2-40B4-BE49-F238E27FC236}">
                  <a16:creationId xmlns:a16="http://schemas.microsoft.com/office/drawing/2014/main" id="{9978CDAE-22E4-B890-E5E2-E0FE54DA7944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915888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直线连接符 1024">
              <a:extLst>
                <a:ext uri="{FF2B5EF4-FFF2-40B4-BE49-F238E27FC236}">
                  <a16:creationId xmlns:a16="http://schemas.microsoft.com/office/drawing/2014/main" id="{FA29379F-0970-1EFF-81AF-BB76F10D11F7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9171920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直线连接符 1026">
              <a:extLst>
                <a:ext uri="{FF2B5EF4-FFF2-40B4-BE49-F238E27FC236}">
                  <a16:creationId xmlns:a16="http://schemas.microsoft.com/office/drawing/2014/main" id="{01E89919-06BD-5823-534C-8956C00DCC2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942795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直线连接符 1027">
              <a:extLst>
                <a:ext uri="{FF2B5EF4-FFF2-40B4-BE49-F238E27FC236}">
                  <a16:creationId xmlns:a16="http://schemas.microsoft.com/office/drawing/2014/main" id="{5527DA74-CED8-1556-3EB8-BBDE370475EE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9683984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6" name="组合 1045">
            <a:extLst>
              <a:ext uri="{FF2B5EF4-FFF2-40B4-BE49-F238E27FC236}">
                <a16:creationId xmlns:a16="http://schemas.microsoft.com/office/drawing/2014/main" id="{C0EB87F2-726B-BDC5-25DC-175E42BF567B}"/>
              </a:ext>
            </a:extLst>
          </p:cNvPr>
          <p:cNvGrpSpPr/>
          <p:nvPr/>
        </p:nvGrpSpPr>
        <p:grpSpPr>
          <a:xfrm>
            <a:off x="33319949" y="15790053"/>
            <a:ext cx="938784" cy="4359404"/>
            <a:chOff x="1773936" y="15790053"/>
            <a:chExt cx="938784" cy="4359404"/>
          </a:xfrm>
        </p:grpSpPr>
        <p:cxnSp>
          <p:nvCxnSpPr>
            <p:cNvPr id="1047" name="直线连接符 1046">
              <a:extLst>
                <a:ext uri="{FF2B5EF4-FFF2-40B4-BE49-F238E27FC236}">
                  <a16:creationId xmlns:a16="http://schemas.microsoft.com/office/drawing/2014/main" id="{96694E87-1641-EE1F-BFDC-E344A2B22430}"/>
                </a:ext>
              </a:extLst>
            </p:cNvPr>
            <p:cNvCxnSpPr/>
            <p:nvPr/>
          </p:nvCxnSpPr>
          <p:spPr>
            <a:xfrm>
              <a:off x="1773936" y="15806056"/>
              <a:ext cx="0" cy="4343401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直线连接符 1047">
              <a:extLst>
                <a:ext uri="{FF2B5EF4-FFF2-40B4-BE49-F238E27FC236}">
                  <a16:creationId xmlns:a16="http://schemas.microsoft.com/office/drawing/2014/main" id="{A04350B5-9AC7-33C2-A493-405405819132}"/>
                </a:ext>
              </a:extLst>
            </p:cNvPr>
            <p:cNvCxnSpPr/>
            <p:nvPr/>
          </p:nvCxnSpPr>
          <p:spPr>
            <a:xfrm>
              <a:off x="2712720" y="15790053"/>
              <a:ext cx="0" cy="4343401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直线连接符 1048">
              <a:extLst>
                <a:ext uri="{FF2B5EF4-FFF2-40B4-BE49-F238E27FC236}">
                  <a16:creationId xmlns:a16="http://schemas.microsoft.com/office/drawing/2014/main" id="{85EAF7E8-51DA-C82E-14E5-C270F58C4100}"/>
                </a:ext>
              </a:extLst>
            </p:cNvPr>
            <p:cNvCxnSpPr>
              <a:cxnSpLocks/>
            </p:cNvCxnSpPr>
            <p:nvPr/>
          </p:nvCxnSpPr>
          <p:spPr>
            <a:xfrm>
              <a:off x="1792224" y="16386048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线连接符 1049">
              <a:extLst>
                <a:ext uri="{FF2B5EF4-FFF2-40B4-BE49-F238E27FC236}">
                  <a16:creationId xmlns:a16="http://schemas.microsoft.com/office/drawing/2014/main" id="{6F8753E0-AF2F-ED6D-8B5E-F6EB68CAC70D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6648176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直线连接符 1050">
              <a:extLst>
                <a:ext uri="{FF2B5EF4-FFF2-40B4-BE49-F238E27FC236}">
                  <a16:creationId xmlns:a16="http://schemas.microsoft.com/office/drawing/2014/main" id="{F0C6018E-041D-47FF-5694-DFE97B03AE3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6904208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直线连接符 1051">
              <a:extLst>
                <a:ext uri="{FF2B5EF4-FFF2-40B4-BE49-F238E27FC236}">
                  <a16:creationId xmlns:a16="http://schemas.microsoft.com/office/drawing/2014/main" id="{653F8CDD-3505-0D81-81F9-FA631FA8AA0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14195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直线连接符 1052">
              <a:extLst>
                <a:ext uri="{FF2B5EF4-FFF2-40B4-BE49-F238E27FC236}">
                  <a16:creationId xmlns:a16="http://schemas.microsoft.com/office/drawing/2014/main" id="{C00CF7C0-AF87-C2D3-A247-ECE3A82FCC7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398935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直线连接符 1053">
              <a:extLst>
                <a:ext uri="{FF2B5EF4-FFF2-40B4-BE49-F238E27FC236}">
                  <a16:creationId xmlns:a16="http://schemas.microsoft.com/office/drawing/2014/main" id="{B4D23244-E7F2-CC53-F76C-CB2A32F1C95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660177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直线连接符 1054">
              <a:extLst>
                <a:ext uri="{FF2B5EF4-FFF2-40B4-BE49-F238E27FC236}">
                  <a16:creationId xmlns:a16="http://schemas.microsoft.com/office/drawing/2014/main" id="{A7F0FC98-F643-0845-0795-E7465CAC7029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7904604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直线连接符 1055">
              <a:extLst>
                <a:ext uri="{FF2B5EF4-FFF2-40B4-BE49-F238E27FC236}">
                  <a16:creationId xmlns:a16="http://schemas.microsoft.com/office/drawing/2014/main" id="{AA7E377E-83E4-B4DC-5ED9-13E79206771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15351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直线连接符 1056">
              <a:extLst>
                <a:ext uri="{FF2B5EF4-FFF2-40B4-BE49-F238E27FC236}">
                  <a16:creationId xmlns:a16="http://schemas.microsoft.com/office/drawing/2014/main" id="{74C15012-4719-6CAE-09B6-1C8D06353A0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403824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直线连接符 1057">
              <a:extLst>
                <a:ext uri="{FF2B5EF4-FFF2-40B4-BE49-F238E27FC236}">
                  <a16:creationId xmlns:a16="http://schemas.microsoft.com/office/drawing/2014/main" id="{4320C174-6286-2058-39CC-4FD4070938F2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65546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直线连接符 1058">
              <a:extLst>
                <a:ext uri="{FF2B5EF4-FFF2-40B4-BE49-F238E27FC236}">
                  <a16:creationId xmlns:a16="http://schemas.microsoft.com/office/drawing/2014/main" id="{227106D1-7577-CE53-42D4-6DFD4EB75D7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8915888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线连接符 1059">
              <a:extLst>
                <a:ext uri="{FF2B5EF4-FFF2-40B4-BE49-F238E27FC236}">
                  <a16:creationId xmlns:a16="http://schemas.microsoft.com/office/drawing/2014/main" id="{B1E16426-DAAB-0CBF-993D-EEB279A3263D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9171920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线连接符 1060">
              <a:extLst>
                <a:ext uri="{FF2B5EF4-FFF2-40B4-BE49-F238E27FC236}">
                  <a16:creationId xmlns:a16="http://schemas.microsoft.com/office/drawing/2014/main" id="{AE10555F-0B9F-468D-79C2-619A4E2F470E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9427952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线连接符 1061">
              <a:extLst>
                <a:ext uri="{FF2B5EF4-FFF2-40B4-BE49-F238E27FC236}">
                  <a16:creationId xmlns:a16="http://schemas.microsoft.com/office/drawing/2014/main" id="{FF91EEF4-5518-274C-6E9A-80FB8C2D0DEE}"/>
                </a:ext>
              </a:extLst>
            </p:cNvPr>
            <p:cNvCxnSpPr>
              <a:cxnSpLocks/>
            </p:cNvCxnSpPr>
            <p:nvPr/>
          </p:nvCxnSpPr>
          <p:spPr>
            <a:xfrm>
              <a:off x="1780032" y="19683984"/>
              <a:ext cx="914400" cy="0"/>
            </a:xfrm>
            <a:prstGeom prst="line">
              <a:avLst/>
            </a:prstGeom>
            <a:ln w="38100">
              <a:solidFill>
                <a:srgbClr val="874D2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3" name="文本框 1062">
            <a:extLst>
              <a:ext uri="{FF2B5EF4-FFF2-40B4-BE49-F238E27FC236}">
                <a16:creationId xmlns:a16="http://schemas.microsoft.com/office/drawing/2014/main" id="{AB2FB02F-22D0-0FF4-CA69-2AAD317CC07D}"/>
              </a:ext>
            </a:extLst>
          </p:cNvPr>
          <p:cNvSpPr txBox="1"/>
          <p:nvPr/>
        </p:nvSpPr>
        <p:spPr>
          <a:xfrm>
            <a:off x="2733554" y="17685368"/>
            <a:ext cx="66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  <a:endParaRPr kumimoji="1" lang="zh-CN" altLang="en-US" sz="3200" b="1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64" name="文本框 1063">
            <a:extLst>
              <a:ext uri="{FF2B5EF4-FFF2-40B4-BE49-F238E27FC236}">
                <a16:creationId xmlns:a16="http://schemas.microsoft.com/office/drawing/2014/main" id="{0DF54804-4136-6800-6BF4-44AA8D1226A8}"/>
              </a:ext>
            </a:extLst>
          </p:cNvPr>
          <p:cNvSpPr txBox="1"/>
          <p:nvPr/>
        </p:nvSpPr>
        <p:spPr>
          <a:xfrm rot="10800000">
            <a:off x="32461200" y="17685367"/>
            <a:ext cx="70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n w="0"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  <a:endParaRPr kumimoji="1" lang="zh-CN" altLang="en-US" sz="3200" b="1" dirty="0">
              <a:ln w="0"/>
              <a:solidFill>
                <a:schemeClr val="accent1"/>
              </a:solidFill>
              <a:effectLst>
                <a:reflection blurRad="6350" stA="53000" endA="300" endPos="35500" dir="5400000" sy="-90000" algn="bl" rotWithShape="0"/>
              </a:effectLst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67" name="上下箭头 1066">
            <a:extLst>
              <a:ext uri="{FF2B5EF4-FFF2-40B4-BE49-F238E27FC236}">
                <a16:creationId xmlns:a16="http://schemas.microsoft.com/office/drawing/2014/main" id="{6AB88F55-F4BA-203A-B9A2-14AE37BC428B}"/>
              </a:ext>
            </a:extLst>
          </p:cNvPr>
          <p:cNvSpPr/>
          <p:nvPr/>
        </p:nvSpPr>
        <p:spPr>
          <a:xfrm>
            <a:off x="3474784" y="17373401"/>
            <a:ext cx="660825" cy="1208710"/>
          </a:xfrm>
          <a:prstGeom prst="upDownArrow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8" name="上下箭头 1067">
            <a:extLst>
              <a:ext uri="{FF2B5EF4-FFF2-40B4-BE49-F238E27FC236}">
                <a16:creationId xmlns:a16="http://schemas.microsoft.com/office/drawing/2014/main" id="{F0BFACEB-600C-F4F3-CF5C-6AE271122946}"/>
              </a:ext>
            </a:extLst>
          </p:cNvPr>
          <p:cNvSpPr/>
          <p:nvPr/>
        </p:nvSpPr>
        <p:spPr>
          <a:xfrm>
            <a:off x="31848052" y="17373401"/>
            <a:ext cx="660825" cy="1208710"/>
          </a:xfrm>
          <a:prstGeom prst="upDownArrow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9" name="椭圆 1068">
            <a:extLst>
              <a:ext uri="{FF2B5EF4-FFF2-40B4-BE49-F238E27FC236}">
                <a16:creationId xmlns:a16="http://schemas.microsoft.com/office/drawing/2014/main" id="{67E29BC3-55F4-6B14-4253-2043D74331E2}"/>
              </a:ext>
            </a:extLst>
          </p:cNvPr>
          <p:cNvSpPr/>
          <p:nvPr/>
        </p:nvSpPr>
        <p:spPr>
          <a:xfrm>
            <a:off x="19774221" y="11728323"/>
            <a:ext cx="1440000" cy="14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阿</a:t>
            </a:r>
          </a:p>
        </p:txBody>
      </p:sp>
      <p:sp>
        <p:nvSpPr>
          <p:cNvPr id="1070" name="椭圆 1069">
            <a:extLst>
              <a:ext uri="{FF2B5EF4-FFF2-40B4-BE49-F238E27FC236}">
                <a16:creationId xmlns:a16="http://schemas.microsoft.com/office/drawing/2014/main" id="{C89BC2B7-E511-9F78-F7BF-233BB6268736}"/>
              </a:ext>
            </a:extLst>
          </p:cNvPr>
          <p:cNvSpPr/>
          <p:nvPr/>
        </p:nvSpPr>
        <p:spPr>
          <a:xfrm>
            <a:off x="21402550" y="11728323"/>
            <a:ext cx="1440000" cy="14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瓦</a:t>
            </a:r>
          </a:p>
        </p:txBody>
      </p:sp>
      <p:sp>
        <p:nvSpPr>
          <p:cNvPr id="1071" name="椭圆 1070">
            <a:extLst>
              <a:ext uri="{FF2B5EF4-FFF2-40B4-BE49-F238E27FC236}">
                <a16:creationId xmlns:a16="http://schemas.microsoft.com/office/drawing/2014/main" id="{021B8CFA-B03E-0AC1-29E8-375D42FFD4CC}"/>
              </a:ext>
            </a:extLst>
          </p:cNvPr>
          <p:cNvSpPr/>
          <p:nvPr/>
        </p:nvSpPr>
        <p:spPr>
          <a:xfrm>
            <a:off x="23019834" y="11728323"/>
            <a:ext cx="1440000" cy="14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隆</a:t>
            </a:r>
          </a:p>
        </p:txBody>
      </p:sp>
      <p:sp>
        <p:nvSpPr>
          <p:cNvPr id="1072" name="椭圆 1071">
            <a:extLst>
              <a:ext uri="{FF2B5EF4-FFF2-40B4-BE49-F238E27FC236}">
                <a16:creationId xmlns:a16="http://schemas.microsoft.com/office/drawing/2014/main" id="{AEE4352B-0D4B-8D4C-C1A8-A21EB725E8B1}"/>
              </a:ext>
            </a:extLst>
          </p:cNvPr>
          <p:cNvSpPr/>
          <p:nvPr/>
        </p:nvSpPr>
        <p:spPr>
          <a:xfrm>
            <a:off x="24677275" y="11728323"/>
            <a:ext cx="1440000" cy="14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记</a:t>
            </a:r>
          </a:p>
        </p:txBody>
      </p:sp>
      <p:sp>
        <p:nvSpPr>
          <p:cNvPr id="1073" name="椭圆 1072">
            <a:extLst>
              <a:ext uri="{FF2B5EF4-FFF2-40B4-BE49-F238E27FC236}">
                <a16:creationId xmlns:a16="http://schemas.microsoft.com/office/drawing/2014/main" id="{3FC91BA2-0D8C-8714-49A8-064D22B48914}"/>
              </a:ext>
            </a:extLst>
          </p:cNvPr>
          <p:cNvSpPr/>
          <p:nvPr/>
        </p:nvSpPr>
        <p:spPr>
          <a:xfrm>
            <a:off x="26312876" y="11728323"/>
            <a:ext cx="1440000" cy="14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录</a:t>
            </a:r>
          </a:p>
        </p:txBody>
      </p:sp>
      <p:sp>
        <p:nvSpPr>
          <p:cNvPr id="1074" name="矩形 1073">
            <a:extLst>
              <a:ext uri="{FF2B5EF4-FFF2-40B4-BE49-F238E27FC236}">
                <a16:creationId xmlns:a16="http://schemas.microsoft.com/office/drawing/2014/main" id="{9BB66A35-CE64-C0D6-9E2D-D1982C97E2A5}"/>
              </a:ext>
            </a:extLst>
          </p:cNvPr>
          <p:cNvSpPr/>
          <p:nvPr/>
        </p:nvSpPr>
        <p:spPr>
          <a:xfrm>
            <a:off x="19149505" y="8366716"/>
            <a:ext cx="11888465" cy="5267640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97174B23-B0AB-B5AC-EA49-E1EE88D15E60}"/>
              </a:ext>
            </a:extLst>
          </p:cNvPr>
          <p:cNvSpPr/>
          <p:nvPr/>
        </p:nvSpPr>
        <p:spPr>
          <a:xfrm>
            <a:off x="19688414" y="8670470"/>
            <a:ext cx="8040694" cy="258024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阿瓦隆道具</a:t>
            </a:r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1DB3A92B-6F73-A728-E23B-EAABB5D3E347}"/>
              </a:ext>
            </a:extLst>
          </p:cNvPr>
          <p:cNvSpPr/>
          <p:nvPr/>
        </p:nvSpPr>
        <p:spPr>
          <a:xfrm rot="5400000">
            <a:off x="12434129" y="15839868"/>
            <a:ext cx="2520000" cy="43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塔罗牌</a:t>
            </a:r>
            <a:endParaRPr kumimoji="1" lang="en-US" altLang="zh-CN" sz="3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3200" dirty="0">
                <a:solidFill>
                  <a:schemeClr val="tx1"/>
                </a:solidFill>
              </a:rPr>
              <a:t>·</a:t>
            </a:r>
          </a:p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世界规则</a:t>
            </a:r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665C6600-8494-FDBC-5E65-34A59D18AA23}"/>
              </a:ext>
            </a:extLst>
          </p:cNvPr>
          <p:cNvSpPr/>
          <p:nvPr/>
        </p:nvSpPr>
        <p:spPr>
          <a:xfrm>
            <a:off x="28230258" y="9536873"/>
            <a:ext cx="2268000" cy="3168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阿瓦隆</a:t>
            </a:r>
            <a:endParaRPr kumimoji="1" lang="en-US" altLang="zh-CN" sz="3200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牌堆</a:t>
            </a:r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FE2FC9B1-7334-8D24-D301-DC1A74E2BB2E}"/>
              </a:ext>
            </a:extLst>
          </p:cNvPr>
          <p:cNvSpPr/>
          <p:nvPr/>
        </p:nvSpPr>
        <p:spPr>
          <a:xfrm rot="10800000">
            <a:off x="4514108" y="21760616"/>
            <a:ext cx="12497055" cy="8846790"/>
          </a:xfrm>
          <a:prstGeom prst="rect">
            <a:avLst/>
          </a:prstGeom>
          <a:noFill/>
          <a:ln w="38100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742CC349-310B-3FF9-54B1-2DA0AD6DB3D6}"/>
              </a:ext>
            </a:extLst>
          </p:cNvPr>
          <p:cNvSpPr/>
          <p:nvPr/>
        </p:nvSpPr>
        <p:spPr>
          <a:xfrm>
            <a:off x="4624936" y="22444927"/>
            <a:ext cx="12162625" cy="3292226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抵押物</a:t>
            </a:r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BF9B827B-DA8F-6595-4FA6-4B3BF3053EAC}"/>
              </a:ext>
            </a:extLst>
          </p:cNvPr>
          <p:cNvSpPr/>
          <p:nvPr/>
        </p:nvSpPr>
        <p:spPr>
          <a:xfrm>
            <a:off x="4661237" y="26131462"/>
            <a:ext cx="12126324" cy="423885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dirty="0">
                <a:solidFill>
                  <a:schemeClr val="tx1"/>
                </a:solidFill>
              </a:rPr>
              <a:t>金库</a:t>
            </a:r>
          </a:p>
        </p:txBody>
      </p:sp>
      <p:sp>
        <p:nvSpPr>
          <p:cNvPr id="1081" name="文本框 1080">
            <a:extLst>
              <a:ext uri="{FF2B5EF4-FFF2-40B4-BE49-F238E27FC236}">
                <a16:creationId xmlns:a16="http://schemas.microsoft.com/office/drawing/2014/main" id="{A70C856A-B97C-0403-FAF7-C3BEA92B5D65}"/>
              </a:ext>
            </a:extLst>
          </p:cNvPr>
          <p:cNvSpPr txBox="1"/>
          <p:nvPr/>
        </p:nvSpPr>
        <p:spPr>
          <a:xfrm>
            <a:off x="10199379" y="21747768"/>
            <a:ext cx="1021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银行</a:t>
            </a:r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AD150B95-2B0D-7F2D-78E9-9A37431AD53A}"/>
              </a:ext>
            </a:extLst>
          </p:cNvPr>
          <p:cNvSpPr/>
          <p:nvPr/>
        </p:nvSpPr>
        <p:spPr>
          <a:xfrm>
            <a:off x="20835935" y="5903126"/>
            <a:ext cx="757130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7200" b="1" i="1" u="sng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没想好名字大桌游</a:t>
            </a:r>
            <a:endParaRPr lang="en-US" altLang="zh-CN" sz="7200" b="1" i="1" u="sng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17077459-D450-59D0-4CCC-A6B6D398B9D7}"/>
              </a:ext>
            </a:extLst>
          </p:cNvPr>
          <p:cNvSpPr txBox="1"/>
          <p:nvPr/>
        </p:nvSpPr>
        <p:spPr>
          <a:xfrm rot="16200000">
            <a:off x="18139830" y="2608322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B3-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玄秘宫</a:t>
            </a: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CB73A69F-4731-30CD-32A0-477928445840}"/>
              </a:ext>
            </a:extLst>
          </p:cNvPr>
          <p:cNvSpPr txBox="1"/>
          <p:nvPr/>
        </p:nvSpPr>
        <p:spPr>
          <a:xfrm rot="5400000">
            <a:off x="6732937" y="32810505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B1-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田宅宫</a:t>
            </a: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D44C509-FA1B-D92B-43DA-365DB01236A5}"/>
              </a:ext>
            </a:extLst>
          </p:cNvPr>
          <p:cNvSpPr txBox="1"/>
          <p:nvPr/>
        </p:nvSpPr>
        <p:spPr>
          <a:xfrm>
            <a:off x="31908316" y="27723103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B2-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疾厄宫</a:t>
            </a: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60E3ECAD-5FD7-CBFE-61CC-9BD050760725}"/>
              </a:ext>
            </a:extLst>
          </p:cNvPr>
          <p:cNvSpPr txBox="1"/>
          <p:nvPr/>
        </p:nvSpPr>
        <p:spPr>
          <a:xfrm>
            <a:off x="32143957" y="13305748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R1-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命宫</a:t>
            </a:r>
          </a:p>
        </p:txBody>
      </p:sp>
      <p:sp>
        <p:nvSpPr>
          <p:cNvPr id="1088" name="文本框 1087">
            <a:extLst>
              <a:ext uri="{FF2B5EF4-FFF2-40B4-BE49-F238E27FC236}">
                <a16:creationId xmlns:a16="http://schemas.microsoft.com/office/drawing/2014/main" id="{02297AAB-D8DC-1B29-CA86-42E21AAFA52B}"/>
              </a:ext>
            </a:extLst>
          </p:cNvPr>
          <p:cNvSpPr txBox="1"/>
          <p:nvPr/>
        </p:nvSpPr>
        <p:spPr>
          <a:xfrm rot="16200000">
            <a:off x="5230330" y="2591738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R2-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子女宫</a:t>
            </a:r>
          </a:p>
        </p:txBody>
      </p:sp>
      <p:sp>
        <p:nvSpPr>
          <p:cNvPr id="1089" name="文本框 1088">
            <a:extLst>
              <a:ext uri="{FF2B5EF4-FFF2-40B4-BE49-F238E27FC236}">
                <a16:creationId xmlns:a16="http://schemas.microsoft.com/office/drawing/2014/main" id="{4ED1FE2A-8176-3802-AF29-739FF0342EE7}"/>
              </a:ext>
            </a:extLst>
          </p:cNvPr>
          <p:cNvSpPr txBox="1"/>
          <p:nvPr/>
        </p:nvSpPr>
        <p:spPr>
          <a:xfrm rot="10800000">
            <a:off x="1743064" y="10485316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R3-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迁移宫</a:t>
            </a:r>
          </a:p>
        </p:txBody>
      </p:sp>
      <p:sp>
        <p:nvSpPr>
          <p:cNvPr id="1090" name="文本框 1089">
            <a:extLst>
              <a:ext uri="{FF2B5EF4-FFF2-40B4-BE49-F238E27FC236}">
                <a16:creationId xmlns:a16="http://schemas.microsoft.com/office/drawing/2014/main" id="{58AD18A0-13F8-7B09-3BF8-8F809674EE70}"/>
              </a:ext>
            </a:extLst>
          </p:cNvPr>
          <p:cNvSpPr txBox="1"/>
          <p:nvPr/>
        </p:nvSpPr>
        <p:spPr>
          <a:xfrm rot="10800000">
            <a:off x="1725625" y="23402449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G1-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财帛宫</a:t>
            </a:r>
          </a:p>
        </p:txBody>
      </p:sp>
      <p:sp>
        <p:nvSpPr>
          <p:cNvPr id="1092" name="文本框 1091">
            <a:extLst>
              <a:ext uri="{FF2B5EF4-FFF2-40B4-BE49-F238E27FC236}">
                <a16:creationId xmlns:a16="http://schemas.microsoft.com/office/drawing/2014/main" id="{9A9333F9-EF3A-A14B-80C5-E1D882B4D8B5}"/>
              </a:ext>
            </a:extLst>
          </p:cNvPr>
          <p:cNvSpPr txBox="1"/>
          <p:nvPr/>
        </p:nvSpPr>
        <p:spPr>
          <a:xfrm>
            <a:off x="31908316" y="24875605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G3-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官禄宫</a:t>
            </a:r>
          </a:p>
        </p:txBody>
      </p:sp>
      <p:sp>
        <p:nvSpPr>
          <p:cNvPr id="1093" name="文本框 1092">
            <a:extLst>
              <a:ext uri="{FF2B5EF4-FFF2-40B4-BE49-F238E27FC236}">
                <a16:creationId xmlns:a16="http://schemas.microsoft.com/office/drawing/2014/main" id="{0215B4A3-C37E-525B-6CE0-F1C83DDD04BA}"/>
              </a:ext>
            </a:extLst>
          </p:cNvPr>
          <p:cNvSpPr txBox="1"/>
          <p:nvPr/>
        </p:nvSpPr>
        <p:spPr>
          <a:xfrm rot="16200000">
            <a:off x="21114854" y="2671252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Y1-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交流宫</a:t>
            </a:r>
          </a:p>
        </p:txBody>
      </p:sp>
      <p:sp>
        <p:nvSpPr>
          <p:cNvPr id="1094" name="文本框 1093">
            <a:extLst>
              <a:ext uri="{FF2B5EF4-FFF2-40B4-BE49-F238E27FC236}">
                <a16:creationId xmlns:a16="http://schemas.microsoft.com/office/drawing/2014/main" id="{C96AABFE-220A-84DC-8A75-E50DD52ABD58}"/>
              </a:ext>
            </a:extLst>
          </p:cNvPr>
          <p:cNvSpPr txBox="1"/>
          <p:nvPr/>
        </p:nvSpPr>
        <p:spPr>
          <a:xfrm rot="10800000">
            <a:off x="1746511" y="11868834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Y2-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夫妻宫</a:t>
            </a:r>
          </a:p>
        </p:txBody>
      </p:sp>
      <p:sp>
        <p:nvSpPr>
          <p:cNvPr id="1095" name="文本框 1094">
            <a:extLst>
              <a:ext uri="{FF2B5EF4-FFF2-40B4-BE49-F238E27FC236}">
                <a16:creationId xmlns:a16="http://schemas.microsoft.com/office/drawing/2014/main" id="{8737F930-BC51-1176-075E-847BA2953633}"/>
              </a:ext>
            </a:extLst>
          </p:cNvPr>
          <p:cNvSpPr txBox="1"/>
          <p:nvPr/>
        </p:nvSpPr>
        <p:spPr>
          <a:xfrm rot="5400000">
            <a:off x="26834551" y="32816925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Y3-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福德宫</a:t>
            </a:r>
          </a:p>
        </p:txBody>
      </p:sp>
      <p:sp>
        <p:nvSpPr>
          <p:cNvPr id="1097" name="左右箭头 1096">
            <a:extLst>
              <a:ext uri="{FF2B5EF4-FFF2-40B4-BE49-F238E27FC236}">
                <a16:creationId xmlns:a16="http://schemas.microsoft.com/office/drawing/2014/main" id="{4CAF17D4-CB65-F86A-E77A-9DF9AEE534FA}"/>
              </a:ext>
            </a:extLst>
          </p:cNvPr>
          <p:cNvSpPr/>
          <p:nvPr/>
        </p:nvSpPr>
        <p:spPr>
          <a:xfrm rot="5400000">
            <a:off x="2388348" y="30597682"/>
            <a:ext cx="1086278" cy="663852"/>
          </a:xfrm>
          <a:prstGeom prst="leftRightArrow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098" name="文本框 1097">
            <a:extLst>
              <a:ext uri="{FF2B5EF4-FFF2-40B4-BE49-F238E27FC236}">
                <a16:creationId xmlns:a16="http://schemas.microsoft.com/office/drawing/2014/main" id="{3D277C47-FC5E-6188-97FB-8D5FBE7E670F}"/>
              </a:ext>
            </a:extLst>
          </p:cNvPr>
          <p:cNvSpPr txBox="1"/>
          <p:nvPr/>
        </p:nvSpPr>
        <p:spPr>
          <a:xfrm rot="5400000">
            <a:off x="4242832" y="32737082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99" name="文本框 1098">
            <a:extLst>
              <a:ext uri="{FF2B5EF4-FFF2-40B4-BE49-F238E27FC236}">
                <a16:creationId xmlns:a16="http://schemas.microsoft.com/office/drawing/2014/main" id="{A577382C-8592-34F7-54F2-76B17D1D750A}"/>
              </a:ext>
            </a:extLst>
          </p:cNvPr>
          <p:cNvSpPr txBox="1"/>
          <p:nvPr/>
        </p:nvSpPr>
        <p:spPr>
          <a:xfrm rot="5400000">
            <a:off x="5691697" y="32744504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德扑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00" name="文本框 1099">
            <a:extLst>
              <a:ext uri="{FF2B5EF4-FFF2-40B4-BE49-F238E27FC236}">
                <a16:creationId xmlns:a16="http://schemas.microsoft.com/office/drawing/2014/main" id="{7949DDAC-B6FE-40A2-8F28-526F21F1BDB5}"/>
              </a:ext>
            </a:extLst>
          </p:cNvPr>
          <p:cNvSpPr txBox="1"/>
          <p:nvPr/>
        </p:nvSpPr>
        <p:spPr>
          <a:xfrm rot="5400000">
            <a:off x="8045072" y="32737081"/>
            <a:ext cx="2541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下家喝两口</a:t>
            </a:r>
          </a:p>
        </p:txBody>
      </p:sp>
      <p:sp>
        <p:nvSpPr>
          <p:cNvPr id="1101" name="文本框 1100">
            <a:extLst>
              <a:ext uri="{FF2B5EF4-FFF2-40B4-BE49-F238E27FC236}">
                <a16:creationId xmlns:a16="http://schemas.microsoft.com/office/drawing/2014/main" id="{4DDC198D-A29F-E437-094F-A359D5E8A6DC}"/>
              </a:ext>
            </a:extLst>
          </p:cNvPr>
          <p:cNvSpPr txBox="1"/>
          <p:nvPr/>
        </p:nvSpPr>
        <p:spPr>
          <a:xfrm rot="5400000">
            <a:off x="28455072" y="32737081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更换塔罗</a:t>
            </a:r>
          </a:p>
        </p:txBody>
      </p:sp>
      <p:sp>
        <p:nvSpPr>
          <p:cNvPr id="1102" name="文本框 1101">
            <a:extLst>
              <a:ext uri="{FF2B5EF4-FFF2-40B4-BE49-F238E27FC236}">
                <a16:creationId xmlns:a16="http://schemas.microsoft.com/office/drawing/2014/main" id="{A4BAEACE-C954-8D7C-05DF-79554E3AB5C2}"/>
              </a:ext>
            </a:extLst>
          </p:cNvPr>
          <p:cNvSpPr txBox="1"/>
          <p:nvPr/>
        </p:nvSpPr>
        <p:spPr>
          <a:xfrm rot="5400000">
            <a:off x="11049105" y="32744503"/>
            <a:ext cx="231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G2-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奴仆宫</a:t>
            </a:r>
          </a:p>
        </p:txBody>
      </p:sp>
      <p:sp>
        <p:nvSpPr>
          <p:cNvPr id="1103" name="文本框 1102">
            <a:extLst>
              <a:ext uri="{FF2B5EF4-FFF2-40B4-BE49-F238E27FC236}">
                <a16:creationId xmlns:a16="http://schemas.microsoft.com/office/drawing/2014/main" id="{6FC5C41D-CAAF-59EF-E3A3-8DCC91C09525}"/>
              </a:ext>
            </a:extLst>
          </p:cNvPr>
          <p:cNvSpPr txBox="1"/>
          <p:nvPr/>
        </p:nvSpPr>
        <p:spPr>
          <a:xfrm rot="5400000">
            <a:off x="12890642" y="32737081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喝一口</a:t>
            </a:r>
          </a:p>
        </p:txBody>
      </p:sp>
      <p:sp>
        <p:nvSpPr>
          <p:cNvPr id="1104" name="文本框 1103">
            <a:extLst>
              <a:ext uri="{FF2B5EF4-FFF2-40B4-BE49-F238E27FC236}">
                <a16:creationId xmlns:a16="http://schemas.microsoft.com/office/drawing/2014/main" id="{8EF5FCD3-4A85-E3F6-0138-2E04CEA11E6F}"/>
              </a:ext>
            </a:extLst>
          </p:cNvPr>
          <p:cNvSpPr txBox="1"/>
          <p:nvPr/>
        </p:nvSpPr>
        <p:spPr>
          <a:xfrm rot="5400000">
            <a:off x="15370259" y="32737081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抽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张手牌</a:t>
            </a:r>
          </a:p>
        </p:txBody>
      </p:sp>
      <p:sp>
        <p:nvSpPr>
          <p:cNvPr id="1105" name="文本框 1104">
            <a:extLst>
              <a:ext uri="{FF2B5EF4-FFF2-40B4-BE49-F238E27FC236}">
                <a16:creationId xmlns:a16="http://schemas.microsoft.com/office/drawing/2014/main" id="{B8255490-640C-C190-EE37-07FD68F68443}"/>
              </a:ext>
            </a:extLst>
          </p:cNvPr>
          <p:cNvSpPr txBox="1"/>
          <p:nvPr/>
        </p:nvSpPr>
        <p:spPr>
          <a:xfrm rot="5400000">
            <a:off x="16964973" y="32744503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下家禁骰</a:t>
            </a:r>
          </a:p>
        </p:txBody>
      </p:sp>
      <p:sp>
        <p:nvSpPr>
          <p:cNvPr id="1106" name="文本框 1105">
            <a:extLst>
              <a:ext uri="{FF2B5EF4-FFF2-40B4-BE49-F238E27FC236}">
                <a16:creationId xmlns:a16="http://schemas.microsoft.com/office/drawing/2014/main" id="{2EA1F384-7948-81FD-1B0A-A6067E0DBF5D}"/>
              </a:ext>
            </a:extLst>
          </p:cNvPr>
          <p:cNvSpPr txBox="1"/>
          <p:nvPr/>
        </p:nvSpPr>
        <p:spPr>
          <a:xfrm rot="5400000">
            <a:off x="18515573" y="32737081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后退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07" name="文本框 1106">
            <a:extLst>
              <a:ext uri="{FF2B5EF4-FFF2-40B4-BE49-F238E27FC236}">
                <a16:creationId xmlns:a16="http://schemas.microsoft.com/office/drawing/2014/main" id="{01981775-377B-919B-003C-D7B5769BF6FB}"/>
              </a:ext>
            </a:extLst>
          </p:cNvPr>
          <p:cNvSpPr txBox="1"/>
          <p:nvPr/>
        </p:nvSpPr>
        <p:spPr>
          <a:xfrm rot="5400000">
            <a:off x="19921313" y="32737081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前进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08" name="文本框 1107">
            <a:extLst>
              <a:ext uri="{FF2B5EF4-FFF2-40B4-BE49-F238E27FC236}">
                <a16:creationId xmlns:a16="http://schemas.microsoft.com/office/drawing/2014/main" id="{C3783744-B9F1-4AF0-38CC-0ADE572217E4}"/>
              </a:ext>
            </a:extLst>
          </p:cNvPr>
          <p:cNvSpPr txBox="1"/>
          <p:nvPr/>
        </p:nvSpPr>
        <p:spPr>
          <a:xfrm rot="5400000">
            <a:off x="22681230" y="32737081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发车任务</a:t>
            </a:r>
          </a:p>
        </p:txBody>
      </p:sp>
      <p:sp>
        <p:nvSpPr>
          <p:cNvPr id="1109" name="文本框 1108">
            <a:extLst>
              <a:ext uri="{FF2B5EF4-FFF2-40B4-BE49-F238E27FC236}">
                <a16:creationId xmlns:a16="http://schemas.microsoft.com/office/drawing/2014/main" id="{8BE320A2-AC9A-0416-CB19-499FB49A56EF}"/>
              </a:ext>
            </a:extLst>
          </p:cNvPr>
          <p:cNvSpPr txBox="1"/>
          <p:nvPr/>
        </p:nvSpPr>
        <p:spPr>
          <a:xfrm rot="5400000">
            <a:off x="24011256" y="32744504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上家喝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13" name="文本框 1112">
            <a:extLst>
              <a:ext uri="{FF2B5EF4-FFF2-40B4-BE49-F238E27FC236}">
                <a16:creationId xmlns:a16="http://schemas.microsoft.com/office/drawing/2014/main" id="{2783C19B-C2F1-7A01-3530-3A7A5F794E04}"/>
              </a:ext>
            </a:extLst>
          </p:cNvPr>
          <p:cNvSpPr txBox="1"/>
          <p:nvPr/>
        </p:nvSpPr>
        <p:spPr>
          <a:xfrm rot="5400000">
            <a:off x="30030169" y="32744503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后退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15" name="文本框 1114">
            <a:extLst>
              <a:ext uri="{FF2B5EF4-FFF2-40B4-BE49-F238E27FC236}">
                <a16:creationId xmlns:a16="http://schemas.microsoft.com/office/drawing/2014/main" id="{D1024DB8-9F6B-FBD5-3F77-4F49A51A358C}"/>
              </a:ext>
            </a:extLst>
          </p:cNvPr>
          <p:cNvSpPr txBox="1"/>
          <p:nvPr/>
        </p:nvSpPr>
        <p:spPr>
          <a:xfrm>
            <a:off x="31913125" y="29196206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16" name="文本框 1115">
            <a:extLst>
              <a:ext uri="{FF2B5EF4-FFF2-40B4-BE49-F238E27FC236}">
                <a16:creationId xmlns:a16="http://schemas.microsoft.com/office/drawing/2014/main" id="{9745E27D-6E65-0796-8841-2C7120940EEB}"/>
              </a:ext>
            </a:extLst>
          </p:cNvPr>
          <p:cNvSpPr txBox="1"/>
          <p:nvPr/>
        </p:nvSpPr>
        <p:spPr>
          <a:xfrm>
            <a:off x="32384408" y="30628834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17" name="文本框 1116">
            <a:extLst>
              <a:ext uri="{FF2B5EF4-FFF2-40B4-BE49-F238E27FC236}">
                <a16:creationId xmlns:a16="http://schemas.microsoft.com/office/drawing/2014/main" id="{49623421-26AE-1810-A06D-87A15BFBA298}"/>
              </a:ext>
            </a:extLst>
          </p:cNvPr>
          <p:cNvSpPr txBox="1"/>
          <p:nvPr/>
        </p:nvSpPr>
        <p:spPr>
          <a:xfrm>
            <a:off x="32273326" y="21944189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18" name="文本框 1117">
            <a:extLst>
              <a:ext uri="{FF2B5EF4-FFF2-40B4-BE49-F238E27FC236}">
                <a16:creationId xmlns:a16="http://schemas.microsoft.com/office/drawing/2014/main" id="{4E05B6F7-0E4D-A0F9-8B36-BD8101E82C51}"/>
              </a:ext>
            </a:extLst>
          </p:cNvPr>
          <p:cNvSpPr txBox="1"/>
          <p:nvPr/>
        </p:nvSpPr>
        <p:spPr>
          <a:xfrm>
            <a:off x="31913125" y="23385531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上家喝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19" name="文本框 1118">
            <a:extLst>
              <a:ext uri="{FF2B5EF4-FFF2-40B4-BE49-F238E27FC236}">
                <a16:creationId xmlns:a16="http://schemas.microsoft.com/office/drawing/2014/main" id="{9F3C4B32-8D3A-3F0A-B5A5-AC0EED62C172}"/>
              </a:ext>
            </a:extLst>
          </p:cNvPr>
          <p:cNvSpPr txBox="1"/>
          <p:nvPr/>
        </p:nvSpPr>
        <p:spPr>
          <a:xfrm>
            <a:off x="32273326" y="20505532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20" name="文本框 1119">
            <a:extLst>
              <a:ext uri="{FF2B5EF4-FFF2-40B4-BE49-F238E27FC236}">
                <a16:creationId xmlns:a16="http://schemas.microsoft.com/office/drawing/2014/main" id="{D9FC0718-1245-5611-D99A-8B4CAA32A18F}"/>
              </a:ext>
            </a:extLst>
          </p:cNvPr>
          <p:cNvSpPr txBox="1"/>
          <p:nvPr/>
        </p:nvSpPr>
        <p:spPr>
          <a:xfrm>
            <a:off x="32393552" y="14774825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21" name="文本框 1120">
            <a:extLst>
              <a:ext uri="{FF2B5EF4-FFF2-40B4-BE49-F238E27FC236}">
                <a16:creationId xmlns:a16="http://schemas.microsoft.com/office/drawing/2014/main" id="{2FE651C4-A4EA-BFF3-6ACA-C949BA800697}"/>
              </a:ext>
            </a:extLst>
          </p:cNvPr>
          <p:cNvSpPr txBox="1"/>
          <p:nvPr/>
        </p:nvSpPr>
        <p:spPr>
          <a:xfrm>
            <a:off x="32264183" y="11830637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德州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22" name="文本框 1121">
            <a:extLst>
              <a:ext uri="{FF2B5EF4-FFF2-40B4-BE49-F238E27FC236}">
                <a16:creationId xmlns:a16="http://schemas.microsoft.com/office/drawing/2014/main" id="{E69927E9-411B-00BD-EA14-5B2417F9F104}"/>
              </a:ext>
            </a:extLst>
          </p:cNvPr>
          <p:cNvSpPr txBox="1"/>
          <p:nvPr/>
        </p:nvSpPr>
        <p:spPr>
          <a:xfrm>
            <a:off x="32143961" y="10430688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后退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23" name="文本框 1122">
            <a:extLst>
              <a:ext uri="{FF2B5EF4-FFF2-40B4-BE49-F238E27FC236}">
                <a16:creationId xmlns:a16="http://schemas.microsoft.com/office/drawing/2014/main" id="{0ECC4737-3B9A-B840-00AD-C6C6C976C0E5}"/>
              </a:ext>
            </a:extLst>
          </p:cNvPr>
          <p:cNvSpPr txBox="1"/>
          <p:nvPr/>
        </p:nvSpPr>
        <p:spPr>
          <a:xfrm>
            <a:off x="32033352" y="7516089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发车任务</a:t>
            </a:r>
          </a:p>
        </p:txBody>
      </p:sp>
      <p:sp>
        <p:nvSpPr>
          <p:cNvPr id="1124" name="文本框 1123">
            <a:extLst>
              <a:ext uri="{FF2B5EF4-FFF2-40B4-BE49-F238E27FC236}">
                <a16:creationId xmlns:a16="http://schemas.microsoft.com/office/drawing/2014/main" id="{012466EC-4A0D-ABC0-B230-6A49B83E1B0C}"/>
              </a:ext>
            </a:extLst>
          </p:cNvPr>
          <p:cNvSpPr txBox="1"/>
          <p:nvPr/>
        </p:nvSpPr>
        <p:spPr>
          <a:xfrm>
            <a:off x="32143960" y="6091659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前进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25" name="文本框 1124">
            <a:extLst>
              <a:ext uri="{FF2B5EF4-FFF2-40B4-BE49-F238E27FC236}">
                <a16:creationId xmlns:a16="http://schemas.microsoft.com/office/drawing/2014/main" id="{4E8B8FC9-8E7A-695B-29FC-C06B8669AF83}"/>
              </a:ext>
            </a:extLst>
          </p:cNvPr>
          <p:cNvSpPr txBox="1"/>
          <p:nvPr/>
        </p:nvSpPr>
        <p:spPr>
          <a:xfrm rot="16200000">
            <a:off x="28334847" y="2608322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下家喝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26" name="文本框 1125">
            <a:extLst>
              <a:ext uri="{FF2B5EF4-FFF2-40B4-BE49-F238E27FC236}">
                <a16:creationId xmlns:a16="http://schemas.microsoft.com/office/drawing/2014/main" id="{346B2E6F-AEC2-A8A6-CF21-8251EE062AB5}"/>
              </a:ext>
            </a:extLst>
          </p:cNvPr>
          <p:cNvSpPr txBox="1"/>
          <p:nvPr/>
        </p:nvSpPr>
        <p:spPr>
          <a:xfrm rot="16200000">
            <a:off x="27003723" y="2608322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发车任务</a:t>
            </a:r>
          </a:p>
        </p:txBody>
      </p:sp>
      <p:sp>
        <p:nvSpPr>
          <p:cNvPr id="1127" name="文本框 1126">
            <a:extLst>
              <a:ext uri="{FF2B5EF4-FFF2-40B4-BE49-F238E27FC236}">
                <a16:creationId xmlns:a16="http://schemas.microsoft.com/office/drawing/2014/main" id="{B4F69769-200D-6D16-F487-88C1417342DA}"/>
              </a:ext>
            </a:extLst>
          </p:cNvPr>
          <p:cNvSpPr txBox="1"/>
          <p:nvPr/>
        </p:nvSpPr>
        <p:spPr>
          <a:xfrm rot="16200000">
            <a:off x="25674329" y="2608322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后退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28" name="文本框 1127">
            <a:extLst>
              <a:ext uri="{FF2B5EF4-FFF2-40B4-BE49-F238E27FC236}">
                <a16:creationId xmlns:a16="http://schemas.microsoft.com/office/drawing/2014/main" id="{DBEE9CA6-D0F3-9AD3-B49D-8DA3F6CCCC8E}"/>
              </a:ext>
            </a:extLst>
          </p:cNvPr>
          <p:cNvSpPr txBox="1"/>
          <p:nvPr/>
        </p:nvSpPr>
        <p:spPr>
          <a:xfrm rot="16200000">
            <a:off x="23032285" y="2608322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29" name="文本框 1128">
            <a:extLst>
              <a:ext uri="{FF2B5EF4-FFF2-40B4-BE49-F238E27FC236}">
                <a16:creationId xmlns:a16="http://schemas.microsoft.com/office/drawing/2014/main" id="{525910E0-406D-1243-0324-70D900314A67}"/>
              </a:ext>
            </a:extLst>
          </p:cNvPr>
          <p:cNvSpPr txBox="1"/>
          <p:nvPr/>
        </p:nvSpPr>
        <p:spPr>
          <a:xfrm rot="16200000">
            <a:off x="19680811" y="2608322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30" name="文本框 1129">
            <a:extLst>
              <a:ext uri="{FF2B5EF4-FFF2-40B4-BE49-F238E27FC236}">
                <a16:creationId xmlns:a16="http://schemas.microsoft.com/office/drawing/2014/main" id="{893098BB-E3E1-5F56-1F6D-6F93BD089348}"/>
              </a:ext>
            </a:extLst>
          </p:cNvPr>
          <p:cNvSpPr txBox="1"/>
          <p:nvPr/>
        </p:nvSpPr>
        <p:spPr>
          <a:xfrm rot="16200000">
            <a:off x="15706288" y="2608322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德州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31" name="文本框 1130">
            <a:extLst>
              <a:ext uri="{FF2B5EF4-FFF2-40B4-BE49-F238E27FC236}">
                <a16:creationId xmlns:a16="http://schemas.microsoft.com/office/drawing/2014/main" id="{A2FFB0FA-32D7-50F1-8468-E22E179CD068}"/>
              </a:ext>
            </a:extLst>
          </p:cNvPr>
          <p:cNvSpPr txBox="1"/>
          <p:nvPr/>
        </p:nvSpPr>
        <p:spPr>
          <a:xfrm rot="16200000">
            <a:off x="14268347" y="2608322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32" name="文本框 1131">
            <a:extLst>
              <a:ext uri="{FF2B5EF4-FFF2-40B4-BE49-F238E27FC236}">
                <a16:creationId xmlns:a16="http://schemas.microsoft.com/office/drawing/2014/main" id="{2741D7EA-547D-030A-B76E-D051986B1A29}"/>
              </a:ext>
            </a:extLst>
          </p:cNvPr>
          <p:cNvSpPr txBox="1"/>
          <p:nvPr/>
        </p:nvSpPr>
        <p:spPr>
          <a:xfrm rot="16200000">
            <a:off x="12700487" y="2608322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前进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33" name="文本框 1132">
            <a:extLst>
              <a:ext uri="{FF2B5EF4-FFF2-40B4-BE49-F238E27FC236}">
                <a16:creationId xmlns:a16="http://schemas.microsoft.com/office/drawing/2014/main" id="{DC1BEBAD-9C6E-B70E-9579-CDB5FEB1696C}"/>
              </a:ext>
            </a:extLst>
          </p:cNvPr>
          <p:cNvSpPr txBox="1"/>
          <p:nvPr/>
        </p:nvSpPr>
        <p:spPr>
          <a:xfrm rot="16200000">
            <a:off x="9583503" y="2562445"/>
            <a:ext cx="2319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上家喝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34" name="文本框 1133">
            <a:extLst>
              <a:ext uri="{FF2B5EF4-FFF2-40B4-BE49-F238E27FC236}">
                <a16:creationId xmlns:a16="http://schemas.microsoft.com/office/drawing/2014/main" id="{FBB0C3B5-840A-F325-7BDE-0A2CA8240F82}"/>
              </a:ext>
            </a:extLst>
          </p:cNvPr>
          <p:cNvSpPr txBox="1"/>
          <p:nvPr/>
        </p:nvSpPr>
        <p:spPr>
          <a:xfrm rot="16200000">
            <a:off x="8259214" y="2608322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停骰一次</a:t>
            </a:r>
          </a:p>
        </p:txBody>
      </p:sp>
      <p:sp>
        <p:nvSpPr>
          <p:cNvPr id="1135" name="文本框 1134">
            <a:extLst>
              <a:ext uri="{FF2B5EF4-FFF2-40B4-BE49-F238E27FC236}">
                <a16:creationId xmlns:a16="http://schemas.microsoft.com/office/drawing/2014/main" id="{0DDE4F59-CCAE-B542-CF18-94312280D938}"/>
              </a:ext>
            </a:extLst>
          </p:cNvPr>
          <p:cNvSpPr txBox="1"/>
          <p:nvPr/>
        </p:nvSpPr>
        <p:spPr>
          <a:xfrm rot="16200000">
            <a:off x="3949998" y="2608322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更换塔罗</a:t>
            </a:r>
          </a:p>
        </p:txBody>
      </p:sp>
      <p:sp>
        <p:nvSpPr>
          <p:cNvPr id="1136" name="左右箭头 1135">
            <a:extLst>
              <a:ext uri="{FF2B5EF4-FFF2-40B4-BE49-F238E27FC236}">
                <a16:creationId xmlns:a16="http://schemas.microsoft.com/office/drawing/2014/main" id="{5BCF05DF-81D7-DFAF-DA1A-D55156603595}"/>
              </a:ext>
            </a:extLst>
          </p:cNvPr>
          <p:cNvSpPr/>
          <p:nvPr/>
        </p:nvSpPr>
        <p:spPr>
          <a:xfrm rot="5400000">
            <a:off x="32534254" y="8951560"/>
            <a:ext cx="1086278" cy="663852"/>
          </a:xfrm>
          <a:prstGeom prst="leftRightArrow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137" name="文本框 1136">
            <a:extLst>
              <a:ext uri="{FF2B5EF4-FFF2-40B4-BE49-F238E27FC236}">
                <a16:creationId xmlns:a16="http://schemas.microsoft.com/office/drawing/2014/main" id="{9D56EF06-E1B2-619E-A502-D72697337BF5}"/>
              </a:ext>
            </a:extLst>
          </p:cNvPr>
          <p:cNvSpPr txBox="1"/>
          <p:nvPr/>
        </p:nvSpPr>
        <p:spPr>
          <a:xfrm rot="10800000">
            <a:off x="2247647" y="4824265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38" name="文本框 1137">
            <a:extLst>
              <a:ext uri="{FF2B5EF4-FFF2-40B4-BE49-F238E27FC236}">
                <a16:creationId xmlns:a16="http://schemas.microsoft.com/office/drawing/2014/main" id="{5CE65B16-5DF9-D713-55B2-0B08EFDBF01C}"/>
              </a:ext>
            </a:extLst>
          </p:cNvPr>
          <p:cNvSpPr txBox="1"/>
          <p:nvPr/>
        </p:nvSpPr>
        <p:spPr>
          <a:xfrm rot="10800000">
            <a:off x="1847411" y="6244630"/>
            <a:ext cx="20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发车任务</a:t>
            </a:r>
          </a:p>
        </p:txBody>
      </p:sp>
      <p:sp>
        <p:nvSpPr>
          <p:cNvPr id="1139" name="文本框 1138">
            <a:extLst>
              <a:ext uri="{FF2B5EF4-FFF2-40B4-BE49-F238E27FC236}">
                <a16:creationId xmlns:a16="http://schemas.microsoft.com/office/drawing/2014/main" id="{64F6B29A-A6F9-8DA5-CEEB-17B05EBE8E7B}"/>
              </a:ext>
            </a:extLst>
          </p:cNvPr>
          <p:cNvSpPr txBox="1"/>
          <p:nvPr/>
        </p:nvSpPr>
        <p:spPr>
          <a:xfrm rot="10800000">
            <a:off x="1776368" y="7562829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40" name="文本框 1139">
            <a:extLst>
              <a:ext uri="{FF2B5EF4-FFF2-40B4-BE49-F238E27FC236}">
                <a16:creationId xmlns:a16="http://schemas.microsoft.com/office/drawing/2014/main" id="{D38E4614-4454-9FD2-519E-787D83A3F6CD}"/>
              </a:ext>
            </a:extLst>
          </p:cNvPr>
          <p:cNvSpPr txBox="1"/>
          <p:nvPr/>
        </p:nvSpPr>
        <p:spPr>
          <a:xfrm rot="10800000">
            <a:off x="2016283" y="13305311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后退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41" name="文本框 1140">
            <a:extLst>
              <a:ext uri="{FF2B5EF4-FFF2-40B4-BE49-F238E27FC236}">
                <a16:creationId xmlns:a16="http://schemas.microsoft.com/office/drawing/2014/main" id="{9A155BE6-D979-2DDA-1AD7-52033521870F}"/>
              </a:ext>
            </a:extLst>
          </p:cNvPr>
          <p:cNvSpPr txBox="1"/>
          <p:nvPr/>
        </p:nvSpPr>
        <p:spPr>
          <a:xfrm rot="10800000">
            <a:off x="2136508" y="24923148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42" name="文本框 1141">
            <a:extLst>
              <a:ext uri="{FF2B5EF4-FFF2-40B4-BE49-F238E27FC236}">
                <a16:creationId xmlns:a16="http://schemas.microsoft.com/office/drawing/2014/main" id="{88958F68-DB88-EB91-BAE9-FBA4C8B4976F}"/>
              </a:ext>
            </a:extLst>
          </p:cNvPr>
          <p:cNvSpPr txBox="1"/>
          <p:nvPr/>
        </p:nvSpPr>
        <p:spPr>
          <a:xfrm rot="10800000">
            <a:off x="2007198" y="22035714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前进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格</a:t>
            </a:r>
          </a:p>
        </p:txBody>
      </p:sp>
      <p:sp>
        <p:nvSpPr>
          <p:cNvPr id="1143" name="文本框 1142">
            <a:extLst>
              <a:ext uri="{FF2B5EF4-FFF2-40B4-BE49-F238E27FC236}">
                <a16:creationId xmlns:a16="http://schemas.microsoft.com/office/drawing/2014/main" id="{A9C05691-3AF0-ED9A-6E87-C1DCD41748B8}"/>
              </a:ext>
            </a:extLst>
          </p:cNvPr>
          <p:cNvSpPr txBox="1"/>
          <p:nvPr/>
        </p:nvSpPr>
        <p:spPr>
          <a:xfrm rot="10800000">
            <a:off x="1776367" y="20531769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下家喝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44" name="文本框 1143">
            <a:extLst>
              <a:ext uri="{FF2B5EF4-FFF2-40B4-BE49-F238E27FC236}">
                <a16:creationId xmlns:a16="http://schemas.microsoft.com/office/drawing/2014/main" id="{F304DE43-4465-BBF0-6BA6-1ED5342FB052}"/>
              </a:ext>
            </a:extLst>
          </p:cNvPr>
          <p:cNvSpPr txBox="1"/>
          <p:nvPr/>
        </p:nvSpPr>
        <p:spPr>
          <a:xfrm rot="10800000">
            <a:off x="1785452" y="26376114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指定喝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口</a:t>
            </a:r>
          </a:p>
        </p:txBody>
      </p:sp>
      <p:sp>
        <p:nvSpPr>
          <p:cNvPr id="1145" name="文本框 1144">
            <a:extLst>
              <a:ext uri="{FF2B5EF4-FFF2-40B4-BE49-F238E27FC236}">
                <a16:creationId xmlns:a16="http://schemas.microsoft.com/office/drawing/2014/main" id="{202BA7B7-23E4-32CE-A92D-A9537C1F108E}"/>
              </a:ext>
            </a:extLst>
          </p:cNvPr>
          <p:cNvSpPr txBox="1"/>
          <p:nvPr/>
        </p:nvSpPr>
        <p:spPr>
          <a:xfrm rot="10800000">
            <a:off x="1776367" y="29179681"/>
            <a:ext cx="231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抽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张手牌</a:t>
            </a:r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80521A92-7289-8597-BBF4-67B432C9C539}"/>
              </a:ext>
            </a:extLst>
          </p:cNvPr>
          <p:cNvSpPr txBox="1"/>
          <p:nvPr/>
        </p:nvSpPr>
        <p:spPr>
          <a:xfrm>
            <a:off x="17421141" y="30333660"/>
            <a:ext cx="1097663" cy="1236680"/>
          </a:xfrm>
          <a:prstGeom prst="rect">
            <a:avLst/>
          </a:prstGeom>
          <a:noFill/>
        </p:spPr>
        <p:txBody>
          <a:bodyPr wrap="square" bIns="36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kumimoji="1" lang="zh-CN" altLang="en-US" sz="3200" b="1" dirty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封神</a:t>
            </a:r>
            <a:r>
              <a:rPr kumimoji="1" lang="en-US" altLang="zh-CN" sz="3200" b="1" dirty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</a:p>
          <a:p>
            <a:pPr algn="ctr">
              <a:lnSpc>
                <a:spcPts val="3000"/>
              </a:lnSpc>
            </a:pPr>
            <a:r>
              <a:rPr kumimoji="1" lang="zh-CN" altLang="en-US" sz="3200" b="1" dirty="0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投胎</a:t>
            </a:r>
          </a:p>
        </p:txBody>
      </p:sp>
      <p:sp>
        <p:nvSpPr>
          <p:cNvPr id="1148" name="文本框 1147">
            <a:extLst>
              <a:ext uri="{FF2B5EF4-FFF2-40B4-BE49-F238E27FC236}">
                <a16:creationId xmlns:a16="http://schemas.microsoft.com/office/drawing/2014/main" id="{1AB53EA1-745F-BE0C-BA49-AB3F5D5BB862}"/>
              </a:ext>
            </a:extLst>
          </p:cNvPr>
          <p:cNvSpPr txBox="1"/>
          <p:nvPr/>
        </p:nvSpPr>
        <p:spPr>
          <a:xfrm rot="10800000">
            <a:off x="17421141" y="4436842"/>
            <a:ext cx="1097663" cy="1236680"/>
          </a:xfrm>
          <a:prstGeom prst="rect">
            <a:avLst/>
          </a:prstGeom>
          <a:noFill/>
        </p:spPr>
        <p:txBody>
          <a:bodyPr wrap="square" bIns="36000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kumimoji="1" lang="zh-CN" altLang="en-US" sz="3200" b="1" dirty="0">
                <a:solidFill>
                  <a:schemeClr val="accent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封神</a:t>
            </a:r>
            <a:r>
              <a:rPr kumimoji="1" lang="en-US" altLang="zh-CN" sz="3200" b="1" dirty="0">
                <a:solidFill>
                  <a:schemeClr val="accent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or</a:t>
            </a:r>
          </a:p>
          <a:p>
            <a:pPr algn="ctr">
              <a:lnSpc>
                <a:spcPts val="3000"/>
              </a:lnSpc>
            </a:pPr>
            <a:r>
              <a:rPr kumimoji="1" lang="zh-CN" altLang="en-US" sz="3200" b="1" dirty="0">
                <a:solidFill>
                  <a:schemeClr val="accent2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投胎</a:t>
            </a:r>
          </a:p>
        </p:txBody>
      </p:sp>
      <p:sp>
        <p:nvSpPr>
          <p:cNvPr id="1149" name="文本框 1148">
            <a:extLst>
              <a:ext uri="{FF2B5EF4-FFF2-40B4-BE49-F238E27FC236}">
                <a16:creationId xmlns:a16="http://schemas.microsoft.com/office/drawing/2014/main" id="{F175EF5B-B204-4302-D28B-DFDDE08B85D3}"/>
              </a:ext>
            </a:extLst>
          </p:cNvPr>
          <p:cNvSpPr txBox="1"/>
          <p:nvPr/>
        </p:nvSpPr>
        <p:spPr>
          <a:xfrm rot="16200000">
            <a:off x="11369701" y="2608323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50" name="文本框 1149">
            <a:extLst>
              <a:ext uri="{FF2B5EF4-FFF2-40B4-BE49-F238E27FC236}">
                <a16:creationId xmlns:a16="http://schemas.microsoft.com/office/drawing/2014/main" id="{85C71866-D9D0-58D7-230C-3E59222292CB}"/>
              </a:ext>
            </a:extLst>
          </p:cNvPr>
          <p:cNvSpPr txBox="1"/>
          <p:nvPr/>
        </p:nvSpPr>
        <p:spPr>
          <a:xfrm rot="5400000">
            <a:off x="21470721" y="32737081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+1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51" name="文本框 1150">
            <a:extLst>
              <a:ext uri="{FF2B5EF4-FFF2-40B4-BE49-F238E27FC236}">
                <a16:creationId xmlns:a16="http://schemas.microsoft.com/office/drawing/2014/main" id="{8884D707-589A-CB4C-17C9-526FDFDD29D5}"/>
              </a:ext>
            </a:extLst>
          </p:cNvPr>
          <p:cNvSpPr txBox="1"/>
          <p:nvPr/>
        </p:nvSpPr>
        <p:spPr>
          <a:xfrm rot="10800000">
            <a:off x="2136506" y="14750740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金币</a:t>
            </a:r>
            <a:r>
              <a:rPr kumimoji="1" lang="en-US" altLang="zh-CN" sz="3600" b="1" dirty="0">
                <a:solidFill>
                  <a:schemeClr val="bg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+2</a:t>
            </a:r>
            <a:endParaRPr kumimoji="1" lang="zh-CN" altLang="en-US" sz="3600" b="1" dirty="0">
              <a:solidFill>
                <a:schemeClr val="bg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4301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8100">
          <a:solidFill>
            <a:schemeClr val="tx1"/>
          </a:solidFill>
        </a:ln>
      </a:spPr>
      <a:bodyPr rtlCol="0" anchor="ctr"/>
      <a:lstStyle>
        <a:defPPr algn="ctr">
          <a:defRPr kumimoji="1"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3024</TotalTime>
  <Words>338</Words>
  <Application>Microsoft Macintosh PowerPoint</Application>
  <PresentationFormat>自定义</PresentationFormat>
  <Paragraphs>115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SimHei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WANG</dc:creator>
  <cp:lastModifiedBy>Yi WANG</cp:lastModifiedBy>
  <cp:revision>20</cp:revision>
  <dcterms:created xsi:type="dcterms:W3CDTF">2026-10-10T10:19:23Z</dcterms:created>
  <dcterms:modified xsi:type="dcterms:W3CDTF">2026-10-12T12:44:05Z</dcterms:modified>
</cp:coreProperties>
</file>